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3" r:id="rId3"/>
    <p:sldId id="265" r:id="rId4"/>
    <p:sldId id="266" r:id="rId5"/>
    <p:sldId id="268" r:id="rId6"/>
    <p:sldId id="261" r:id="rId7"/>
    <p:sldId id="264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DE60AD-71AA-4E5D-8DC2-F131F158D0C9}" v="87" dt="2026-07-06T19:46:04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232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Werner" userId="5f5094aa-01b6-4fe2-99e4-7991fd17c0a8" providerId="ADAL" clId="{711A6075-8C46-41DF-8D85-07FF73CF8263}"/>
    <pc:docChg chg="undo custSel addSld delSld modSld sldOrd">
      <pc:chgData name="Andrew Werner" userId="5f5094aa-01b6-4fe2-99e4-7991fd17c0a8" providerId="ADAL" clId="{711A6075-8C46-41DF-8D85-07FF73CF8263}" dt="2026-07-06T19:47:34.520" v="1192" actId="255"/>
      <pc:docMkLst>
        <pc:docMk/>
      </pc:docMkLst>
      <pc:sldChg chg="addSp delSp modSp del mod">
        <pc:chgData name="Andrew Werner" userId="5f5094aa-01b6-4fe2-99e4-7991fd17c0a8" providerId="ADAL" clId="{711A6075-8C46-41DF-8D85-07FF73CF8263}" dt="2026-07-06T19:45:44.854" v="1146" actId="47"/>
        <pc:sldMkLst>
          <pc:docMk/>
          <pc:sldMk cId="2223198035" sldId="256"/>
        </pc:sldMkLst>
        <pc:spChg chg="mod">
          <ac:chgData name="Andrew Werner" userId="5f5094aa-01b6-4fe2-99e4-7991fd17c0a8" providerId="ADAL" clId="{711A6075-8C46-41DF-8D85-07FF73CF8263}" dt="2026-07-06T17:50:56.401" v="43" actId="20577"/>
          <ac:spMkLst>
            <pc:docMk/>
            <pc:sldMk cId="2223198035" sldId="256"/>
            <ac:spMk id="8" creationId="{D97964BB-62B8-ED5A-90AE-CC4CC6B220DF}"/>
          </ac:spMkLst>
        </pc:spChg>
        <pc:spChg chg="add del mod">
          <ac:chgData name="Andrew Werner" userId="5f5094aa-01b6-4fe2-99e4-7991fd17c0a8" providerId="ADAL" clId="{711A6075-8C46-41DF-8D85-07FF73CF8263}" dt="2026-07-06T17:56:49.493" v="68" actId="478"/>
          <ac:spMkLst>
            <pc:docMk/>
            <pc:sldMk cId="2223198035" sldId="256"/>
            <ac:spMk id="15" creationId="{0D490276-C2C9-7450-5B34-E5F04D850285}"/>
          </ac:spMkLst>
        </pc:spChg>
        <pc:picChg chg="mod">
          <ac:chgData name="Andrew Werner" userId="5f5094aa-01b6-4fe2-99e4-7991fd17c0a8" providerId="ADAL" clId="{711A6075-8C46-41DF-8D85-07FF73CF8263}" dt="2026-07-06T17:50:54.512" v="42" actId="1076"/>
          <ac:picMkLst>
            <pc:docMk/>
            <pc:sldMk cId="2223198035" sldId="256"/>
            <ac:picMk id="5" creationId="{D248C636-77F1-4ABB-0FF4-FEA98D41EDA7}"/>
          </ac:picMkLst>
        </pc:picChg>
        <pc:picChg chg="mod">
          <ac:chgData name="Andrew Werner" userId="5f5094aa-01b6-4fe2-99e4-7991fd17c0a8" providerId="ADAL" clId="{711A6075-8C46-41DF-8D85-07FF73CF8263}" dt="2026-07-06T17:50:54.512" v="42" actId="1076"/>
          <ac:picMkLst>
            <pc:docMk/>
            <pc:sldMk cId="2223198035" sldId="256"/>
            <ac:picMk id="7" creationId="{68486853-22CB-65A0-4AB6-447DD4C78FA9}"/>
          </ac:picMkLst>
        </pc:picChg>
        <pc:picChg chg="add del mod">
          <ac:chgData name="Andrew Werner" userId="5f5094aa-01b6-4fe2-99e4-7991fd17c0a8" providerId="ADAL" clId="{711A6075-8C46-41DF-8D85-07FF73CF8263}" dt="2026-07-06T16:58:03.307" v="5" actId="21"/>
          <ac:picMkLst>
            <pc:docMk/>
            <pc:sldMk cId="2223198035" sldId="256"/>
            <ac:picMk id="9" creationId="{4FB39638-3C61-0EA0-5E80-3FE80AA70328}"/>
          </ac:picMkLst>
        </pc:picChg>
        <pc:picChg chg="add del mod">
          <ac:chgData name="Andrew Werner" userId="5f5094aa-01b6-4fe2-99e4-7991fd17c0a8" providerId="ADAL" clId="{711A6075-8C46-41DF-8D85-07FF73CF8263}" dt="2026-07-06T18:09:07.605" v="95" actId="478"/>
          <ac:picMkLst>
            <pc:docMk/>
            <pc:sldMk cId="2223198035" sldId="256"/>
            <ac:picMk id="11" creationId="{4D70FC6D-9FB7-C340-F8C4-7D38F1EF9FEE}"/>
          </ac:picMkLst>
        </pc:picChg>
        <pc:picChg chg="add del mod">
          <ac:chgData name="Andrew Werner" userId="5f5094aa-01b6-4fe2-99e4-7991fd17c0a8" providerId="ADAL" clId="{711A6075-8C46-41DF-8D85-07FF73CF8263}" dt="2026-07-06T18:06:41.285" v="85" actId="478"/>
          <ac:picMkLst>
            <pc:docMk/>
            <pc:sldMk cId="2223198035" sldId="256"/>
            <ac:picMk id="12" creationId="{A5ACDB61-4AB6-3880-8337-E27989607103}"/>
          </ac:picMkLst>
        </pc:picChg>
        <pc:picChg chg="add del mod">
          <ac:chgData name="Andrew Werner" userId="5f5094aa-01b6-4fe2-99e4-7991fd17c0a8" providerId="ADAL" clId="{711A6075-8C46-41DF-8D85-07FF73CF8263}" dt="2026-07-06T17:56:49.493" v="68" actId="478"/>
          <ac:picMkLst>
            <pc:docMk/>
            <pc:sldMk cId="2223198035" sldId="256"/>
            <ac:picMk id="14" creationId="{B446F94C-B798-96B3-3D57-9142AD0631A2}"/>
          </ac:picMkLst>
        </pc:picChg>
        <pc:picChg chg="add del mod">
          <ac:chgData name="Andrew Werner" userId="5f5094aa-01b6-4fe2-99e4-7991fd17c0a8" providerId="ADAL" clId="{711A6075-8C46-41DF-8D85-07FF73CF8263}" dt="2026-07-06T18:09:11.338" v="97" actId="478"/>
          <ac:picMkLst>
            <pc:docMk/>
            <pc:sldMk cId="2223198035" sldId="256"/>
            <ac:picMk id="17" creationId="{17E7F73A-C4EA-83D6-7D1B-09E03C5CE3C9}"/>
          </ac:picMkLst>
        </pc:picChg>
        <pc:picChg chg="add mod">
          <ac:chgData name="Andrew Werner" userId="5f5094aa-01b6-4fe2-99e4-7991fd17c0a8" providerId="ADAL" clId="{711A6075-8C46-41DF-8D85-07FF73CF8263}" dt="2026-07-06T18:06:35.221" v="84" actId="1076"/>
          <ac:picMkLst>
            <pc:docMk/>
            <pc:sldMk cId="2223198035" sldId="256"/>
            <ac:picMk id="18" creationId="{F3A82B18-D508-3F9F-49C1-2B3EF23D19E2}"/>
          </ac:picMkLst>
        </pc:picChg>
        <pc:picChg chg="add mod">
          <ac:chgData name="Andrew Werner" userId="5f5094aa-01b6-4fe2-99e4-7991fd17c0a8" providerId="ADAL" clId="{711A6075-8C46-41DF-8D85-07FF73CF8263}" dt="2026-07-06T18:08:05.409" v="89" actId="1076"/>
          <ac:picMkLst>
            <pc:docMk/>
            <pc:sldMk cId="2223198035" sldId="256"/>
            <ac:picMk id="20" creationId="{4EE7120A-4628-A078-2FD7-0E0CBBD2F47E}"/>
          </ac:picMkLst>
        </pc:picChg>
        <pc:picChg chg="add mod">
          <ac:chgData name="Andrew Werner" userId="5f5094aa-01b6-4fe2-99e4-7991fd17c0a8" providerId="ADAL" clId="{711A6075-8C46-41DF-8D85-07FF73CF8263}" dt="2026-07-06T18:08:12.548" v="92" actId="1076"/>
          <ac:picMkLst>
            <pc:docMk/>
            <pc:sldMk cId="2223198035" sldId="256"/>
            <ac:picMk id="22" creationId="{69654211-C031-5D48-927D-6998CB267C0A}"/>
          </ac:picMkLst>
        </pc:picChg>
        <pc:picChg chg="add mod">
          <ac:chgData name="Andrew Werner" userId="5f5094aa-01b6-4fe2-99e4-7991fd17c0a8" providerId="ADAL" clId="{711A6075-8C46-41DF-8D85-07FF73CF8263}" dt="2026-07-06T18:09:09.811" v="96" actId="1076"/>
          <ac:picMkLst>
            <pc:docMk/>
            <pc:sldMk cId="2223198035" sldId="256"/>
            <ac:picMk id="24" creationId="{226B001D-A7F7-790D-1954-D58E32200DF3}"/>
          </ac:picMkLst>
        </pc:picChg>
        <pc:picChg chg="add mod">
          <ac:chgData name="Andrew Werner" userId="5f5094aa-01b6-4fe2-99e4-7991fd17c0a8" providerId="ADAL" clId="{711A6075-8C46-41DF-8D85-07FF73CF8263}" dt="2026-07-06T18:10:04.028" v="100" actId="1076"/>
          <ac:picMkLst>
            <pc:docMk/>
            <pc:sldMk cId="2223198035" sldId="256"/>
            <ac:picMk id="26" creationId="{A540C404-A6AD-8547-D663-7909C4447FAB}"/>
          </ac:picMkLst>
        </pc:picChg>
        <pc:picChg chg="add mod">
          <ac:chgData name="Andrew Werner" userId="5f5094aa-01b6-4fe2-99e4-7991fd17c0a8" providerId="ADAL" clId="{711A6075-8C46-41DF-8D85-07FF73CF8263}" dt="2026-07-06T18:11:07.424" v="103" actId="1076"/>
          <ac:picMkLst>
            <pc:docMk/>
            <pc:sldMk cId="2223198035" sldId="256"/>
            <ac:picMk id="28" creationId="{70600D2C-D397-DD1A-18A5-4895390A5AAD}"/>
          </ac:picMkLst>
        </pc:picChg>
      </pc:sldChg>
      <pc:sldChg chg="addSp delSp modSp new del mod">
        <pc:chgData name="Andrew Werner" userId="5f5094aa-01b6-4fe2-99e4-7991fd17c0a8" providerId="ADAL" clId="{711A6075-8C46-41DF-8D85-07FF73CF8263}" dt="2026-07-06T18:50:48.214" v="746" actId="47"/>
        <pc:sldMkLst>
          <pc:docMk/>
          <pc:sldMk cId="3559680061" sldId="257"/>
        </pc:sldMkLst>
        <pc:spChg chg="add del mod ord">
          <ac:chgData name="Andrew Werner" userId="5f5094aa-01b6-4fe2-99e4-7991fd17c0a8" providerId="ADAL" clId="{711A6075-8C46-41DF-8D85-07FF73CF8263}" dt="2026-07-06T18:33:51.183" v="465" actId="478"/>
          <ac:spMkLst>
            <pc:docMk/>
            <pc:sldMk cId="3559680061" sldId="257"/>
            <ac:spMk id="2" creationId="{F7D6B462-2E5F-B4C1-6D8D-58D1E64EF966}"/>
          </ac:spMkLst>
        </pc:spChg>
        <pc:spChg chg="add mod">
          <ac:chgData name="Andrew Werner" userId="5f5094aa-01b6-4fe2-99e4-7991fd17c0a8" providerId="ADAL" clId="{711A6075-8C46-41DF-8D85-07FF73CF8263}" dt="2026-07-06T17:39:31.768" v="37" actId="14100"/>
          <ac:spMkLst>
            <pc:docMk/>
            <pc:sldMk cId="3559680061" sldId="257"/>
            <ac:spMk id="3" creationId="{0FFFAC7F-2D85-B7DE-E30E-7BA01C21D091}"/>
          </ac:spMkLst>
        </pc:spChg>
        <pc:picChg chg="add del mod">
          <ac:chgData name="Andrew Werner" userId="5f5094aa-01b6-4fe2-99e4-7991fd17c0a8" providerId="ADAL" clId="{711A6075-8C46-41DF-8D85-07FF73CF8263}" dt="2026-07-06T17:50:51.434" v="41" actId="478"/>
          <ac:picMkLst>
            <pc:docMk/>
            <pc:sldMk cId="3559680061" sldId="257"/>
            <ac:picMk id="4" creationId="{585DE005-1C58-ADC1-6169-FF1241C5F2AB}"/>
          </ac:picMkLst>
        </pc:picChg>
        <pc:picChg chg="add del mod">
          <ac:chgData name="Andrew Werner" userId="5f5094aa-01b6-4fe2-99e4-7991fd17c0a8" providerId="ADAL" clId="{711A6075-8C46-41DF-8D85-07FF73CF8263}" dt="2026-07-06T18:14:59.299" v="120" actId="478"/>
          <ac:picMkLst>
            <pc:docMk/>
            <pc:sldMk cId="3559680061" sldId="257"/>
            <ac:picMk id="5" creationId="{8DB25950-4A5A-54CB-336C-EA507A1DA279}"/>
          </ac:picMkLst>
        </pc:picChg>
        <pc:picChg chg="add mod">
          <ac:chgData name="Andrew Werner" userId="5f5094aa-01b6-4fe2-99e4-7991fd17c0a8" providerId="ADAL" clId="{711A6075-8C46-41DF-8D85-07FF73CF8263}" dt="2026-07-06T18:12:52.649" v="108" actId="1076"/>
          <ac:picMkLst>
            <pc:docMk/>
            <pc:sldMk cId="3559680061" sldId="257"/>
            <ac:picMk id="6" creationId="{7CCC0DAC-1E27-038B-500C-12772D1F6C2B}"/>
          </ac:picMkLst>
        </pc:picChg>
        <pc:picChg chg="add del mod">
          <ac:chgData name="Andrew Werner" userId="5f5094aa-01b6-4fe2-99e4-7991fd17c0a8" providerId="ADAL" clId="{711A6075-8C46-41DF-8D85-07FF73CF8263}" dt="2026-07-06T17:58:03.469" v="79" actId="478"/>
          <ac:picMkLst>
            <pc:docMk/>
            <pc:sldMk cId="3559680061" sldId="257"/>
            <ac:picMk id="8" creationId="{85A135FA-F2D1-0320-DC64-C5E73851A7F4}"/>
          </ac:picMkLst>
        </pc:picChg>
        <pc:picChg chg="add mod">
          <ac:chgData name="Andrew Werner" userId="5f5094aa-01b6-4fe2-99e4-7991fd17c0a8" providerId="ADAL" clId="{711A6075-8C46-41DF-8D85-07FF73CF8263}" dt="2026-07-06T16:58:07.655" v="8" actId="1076"/>
          <ac:picMkLst>
            <pc:docMk/>
            <pc:sldMk cId="3559680061" sldId="257"/>
            <ac:picMk id="9" creationId="{4FB39638-3C61-0EA0-5E80-3FE80AA70328}"/>
          </ac:picMkLst>
        </pc:picChg>
        <pc:picChg chg="add del mod">
          <ac:chgData name="Andrew Werner" userId="5f5094aa-01b6-4fe2-99e4-7991fd17c0a8" providerId="ADAL" clId="{711A6075-8C46-41DF-8D85-07FF73CF8263}" dt="2026-07-06T18:12:34.963" v="104" actId="478"/>
          <ac:picMkLst>
            <pc:docMk/>
            <pc:sldMk cId="3559680061" sldId="257"/>
            <ac:picMk id="11" creationId="{891D6A7D-0DEA-CC67-395A-6CA0C72430A0}"/>
          </ac:picMkLst>
        </pc:picChg>
        <pc:picChg chg="add mod">
          <ac:chgData name="Andrew Werner" userId="5f5094aa-01b6-4fe2-99e4-7991fd17c0a8" providerId="ADAL" clId="{711A6075-8C46-41DF-8D85-07FF73CF8263}" dt="2026-07-06T18:12:49.011" v="107" actId="1076"/>
          <ac:picMkLst>
            <pc:docMk/>
            <pc:sldMk cId="3559680061" sldId="257"/>
            <ac:picMk id="12" creationId="{869B481D-5551-3CA0-2DE8-24CAF4E3B065}"/>
          </ac:picMkLst>
        </pc:picChg>
        <pc:picChg chg="add mod">
          <ac:chgData name="Andrew Werner" userId="5f5094aa-01b6-4fe2-99e4-7991fd17c0a8" providerId="ADAL" clId="{711A6075-8C46-41DF-8D85-07FF73CF8263}" dt="2026-07-06T18:15:08.796" v="121"/>
          <ac:picMkLst>
            <pc:docMk/>
            <pc:sldMk cId="3559680061" sldId="257"/>
            <ac:picMk id="13" creationId="{F1650E8D-75E4-60B7-CD1E-488F4B2DB31B}"/>
          </ac:picMkLst>
        </pc:picChg>
      </pc:sldChg>
      <pc:sldChg chg="addSp delSp modSp add del mod">
        <pc:chgData name="Andrew Werner" userId="5f5094aa-01b6-4fe2-99e4-7991fd17c0a8" providerId="ADAL" clId="{711A6075-8C46-41DF-8D85-07FF73CF8263}" dt="2026-07-06T18:50:48.214" v="746" actId="47"/>
        <pc:sldMkLst>
          <pc:docMk/>
          <pc:sldMk cId="2499111355" sldId="258"/>
        </pc:sldMkLst>
        <pc:spChg chg="ord">
          <ac:chgData name="Andrew Werner" userId="5f5094aa-01b6-4fe2-99e4-7991fd17c0a8" providerId="ADAL" clId="{711A6075-8C46-41DF-8D85-07FF73CF8263}" dt="2026-07-06T18:14:53.599" v="118" actId="167"/>
          <ac:spMkLst>
            <pc:docMk/>
            <pc:sldMk cId="2499111355" sldId="258"/>
            <ac:spMk id="2" creationId="{6B58959A-B65D-F78A-B730-984CE7FBA490}"/>
          </ac:spMkLst>
        </pc:spChg>
        <pc:spChg chg="add mod">
          <ac:chgData name="Andrew Werner" userId="5f5094aa-01b6-4fe2-99e4-7991fd17c0a8" providerId="ADAL" clId="{711A6075-8C46-41DF-8D85-07FF73CF8263}" dt="2026-07-06T18:13:18.337" v="114" actId="207"/>
          <ac:spMkLst>
            <pc:docMk/>
            <pc:sldMk cId="2499111355" sldId="258"/>
            <ac:spMk id="6" creationId="{9353FC98-18C0-7361-B140-0CAAC0D46741}"/>
          </ac:spMkLst>
        </pc:spChg>
        <pc:picChg chg="add del mod">
          <ac:chgData name="Andrew Werner" userId="5f5094aa-01b6-4fe2-99e4-7991fd17c0a8" providerId="ADAL" clId="{711A6075-8C46-41DF-8D85-07FF73CF8263}" dt="2026-07-06T18:14:55.586" v="119" actId="478"/>
          <ac:picMkLst>
            <pc:docMk/>
            <pc:sldMk cId="2499111355" sldId="258"/>
            <ac:picMk id="3" creationId="{19415D23-73F3-81EE-6DF4-33B64FAA7EC3}"/>
          </ac:picMkLst>
        </pc:picChg>
        <pc:picChg chg="add mod">
          <ac:chgData name="Andrew Werner" userId="5f5094aa-01b6-4fe2-99e4-7991fd17c0a8" providerId="ADAL" clId="{711A6075-8C46-41DF-8D85-07FF73CF8263}" dt="2026-07-06T18:13:10.824" v="112"/>
          <ac:picMkLst>
            <pc:docMk/>
            <pc:sldMk cId="2499111355" sldId="258"/>
            <ac:picMk id="4" creationId="{5564969D-A045-CC41-B20B-13D4B0165D4F}"/>
          </ac:picMkLst>
        </pc:picChg>
        <pc:picChg chg="add mod">
          <ac:chgData name="Andrew Werner" userId="5f5094aa-01b6-4fe2-99e4-7991fd17c0a8" providerId="ADAL" clId="{711A6075-8C46-41DF-8D85-07FF73CF8263}" dt="2026-07-06T18:13:10.824" v="112"/>
          <ac:picMkLst>
            <pc:docMk/>
            <pc:sldMk cId="2499111355" sldId="258"/>
            <ac:picMk id="5" creationId="{5EF991FA-E370-6D74-22B0-965E9DFA4FF9}"/>
          </ac:picMkLst>
        </pc:picChg>
        <pc:picChg chg="add mod ord">
          <ac:chgData name="Andrew Werner" userId="5f5094aa-01b6-4fe2-99e4-7991fd17c0a8" providerId="ADAL" clId="{711A6075-8C46-41DF-8D85-07FF73CF8263}" dt="2026-07-06T18:14:53.599" v="118" actId="167"/>
          <ac:picMkLst>
            <pc:docMk/>
            <pc:sldMk cId="2499111355" sldId="258"/>
            <ac:picMk id="8" creationId="{144A2F53-D32E-074B-E215-78F0FD44A2A3}"/>
          </ac:picMkLst>
        </pc:picChg>
      </pc:sldChg>
      <pc:sldChg chg="addSp delSp modSp add mod">
        <pc:chgData name="Andrew Werner" userId="5f5094aa-01b6-4fe2-99e4-7991fd17c0a8" providerId="ADAL" clId="{711A6075-8C46-41DF-8D85-07FF73CF8263}" dt="2026-07-06T19:03:48.935" v="901" actId="20577"/>
        <pc:sldMkLst>
          <pc:docMk/>
          <pc:sldMk cId="2035897361" sldId="259"/>
        </pc:sldMkLst>
        <pc:spChg chg="del mod ord">
          <ac:chgData name="Andrew Werner" userId="5f5094aa-01b6-4fe2-99e4-7991fd17c0a8" providerId="ADAL" clId="{711A6075-8C46-41DF-8D85-07FF73CF8263}" dt="2026-07-06T18:33:48.440" v="464" actId="478"/>
          <ac:spMkLst>
            <pc:docMk/>
            <pc:sldMk cId="2035897361" sldId="259"/>
            <ac:spMk id="2" creationId="{8217F35B-A3FC-6BB7-E4E2-C2FC48E2DB75}"/>
          </ac:spMkLst>
        </pc:spChg>
        <pc:spChg chg="mod">
          <ac:chgData name="Andrew Werner" userId="5f5094aa-01b6-4fe2-99e4-7991fd17c0a8" providerId="ADAL" clId="{711A6075-8C46-41DF-8D85-07FF73CF8263}" dt="2026-07-06T18:25:36.281" v="227" actId="1076"/>
          <ac:spMkLst>
            <pc:docMk/>
            <pc:sldMk cId="2035897361" sldId="259"/>
            <ac:spMk id="3" creationId="{80B741C3-94F4-2C41-2FF6-A7DE58B438EB}"/>
          </ac:spMkLst>
        </pc:spChg>
        <pc:spChg chg="add del mod">
          <ac:chgData name="Andrew Werner" userId="5f5094aa-01b6-4fe2-99e4-7991fd17c0a8" providerId="ADAL" clId="{711A6075-8C46-41DF-8D85-07FF73CF8263}" dt="2026-07-06T18:26:54.215" v="229" actId="478"/>
          <ac:spMkLst>
            <pc:docMk/>
            <pc:sldMk cId="2035897361" sldId="259"/>
            <ac:spMk id="5" creationId="{6F793FC2-8E0F-A4E4-D2EC-0CD07E0790E1}"/>
          </ac:spMkLst>
        </pc:spChg>
        <pc:spChg chg="add del mod">
          <ac:chgData name="Andrew Werner" userId="5f5094aa-01b6-4fe2-99e4-7991fd17c0a8" providerId="ADAL" clId="{711A6075-8C46-41DF-8D85-07FF73CF8263}" dt="2026-07-06T18:26:54.215" v="229" actId="478"/>
          <ac:spMkLst>
            <pc:docMk/>
            <pc:sldMk cId="2035897361" sldId="259"/>
            <ac:spMk id="7" creationId="{9E5D9893-F218-48F0-B4C3-295918EBBE86}"/>
          </ac:spMkLst>
        </pc:spChg>
        <pc:spChg chg="add del mod">
          <ac:chgData name="Andrew Werner" userId="5f5094aa-01b6-4fe2-99e4-7991fd17c0a8" providerId="ADAL" clId="{711A6075-8C46-41DF-8D85-07FF73CF8263}" dt="2026-07-06T18:26:54.215" v="229" actId="478"/>
          <ac:spMkLst>
            <pc:docMk/>
            <pc:sldMk cId="2035897361" sldId="259"/>
            <ac:spMk id="8" creationId="{F1A5A37D-0CB0-7405-1C03-622F195B5C58}"/>
          </ac:spMkLst>
        </pc:spChg>
        <pc:spChg chg="add del mod">
          <ac:chgData name="Andrew Werner" userId="5f5094aa-01b6-4fe2-99e4-7991fd17c0a8" providerId="ADAL" clId="{711A6075-8C46-41DF-8D85-07FF73CF8263}" dt="2026-07-06T18:36:28.325" v="502" actId="478"/>
          <ac:spMkLst>
            <pc:docMk/>
            <pc:sldMk cId="2035897361" sldId="259"/>
            <ac:spMk id="11" creationId="{FE81EE2F-263A-125F-B077-B5FCCC81AB96}"/>
          </ac:spMkLst>
        </pc:spChg>
        <pc:spChg chg="add del mod">
          <ac:chgData name="Andrew Werner" userId="5f5094aa-01b6-4fe2-99e4-7991fd17c0a8" providerId="ADAL" clId="{711A6075-8C46-41DF-8D85-07FF73CF8263}" dt="2026-07-06T18:36:43.721" v="511" actId="478"/>
          <ac:spMkLst>
            <pc:docMk/>
            <pc:sldMk cId="2035897361" sldId="259"/>
            <ac:spMk id="14" creationId="{99EAC786-8043-3A0E-A4DA-5F9BBBB58038}"/>
          </ac:spMkLst>
        </pc:spChg>
        <pc:spChg chg="add mod ord">
          <ac:chgData name="Andrew Werner" userId="5f5094aa-01b6-4fe2-99e4-7991fd17c0a8" providerId="ADAL" clId="{711A6075-8C46-41DF-8D85-07FF73CF8263}" dt="2026-07-06T18:56:15.210" v="793" actId="207"/>
          <ac:spMkLst>
            <pc:docMk/>
            <pc:sldMk cId="2035897361" sldId="259"/>
            <ac:spMk id="16" creationId="{17BDA326-8412-AEAF-7122-B97B850041F9}"/>
          </ac:spMkLst>
        </pc:spChg>
        <pc:spChg chg="add del mod">
          <ac:chgData name="Andrew Werner" userId="5f5094aa-01b6-4fe2-99e4-7991fd17c0a8" providerId="ADAL" clId="{711A6075-8C46-41DF-8D85-07FF73CF8263}" dt="2026-07-06T18:56:12.612" v="791" actId="478"/>
          <ac:spMkLst>
            <pc:docMk/>
            <pc:sldMk cId="2035897361" sldId="259"/>
            <ac:spMk id="17" creationId="{D0DAB6A0-502B-21DC-8D7B-C528D9222E5C}"/>
          </ac:spMkLst>
        </pc:spChg>
        <pc:spChg chg="add mod">
          <ac:chgData name="Andrew Werner" userId="5f5094aa-01b6-4fe2-99e4-7991fd17c0a8" providerId="ADAL" clId="{711A6075-8C46-41DF-8D85-07FF73CF8263}" dt="2026-07-06T19:03:33.788" v="888" actId="1076"/>
          <ac:spMkLst>
            <pc:docMk/>
            <pc:sldMk cId="2035897361" sldId="259"/>
            <ac:spMk id="18" creationId="{E45AFC47-0A26-73BC-97D3-56289871B8E5}"/>
          </ac:spMkLst>
        </pc:spChg>
        <pc:spChg chg="add mod">
          <ac:chgData name="Andrew Werner" userId="5f5094aa-01b6-4fe2-99e4-7991fd17c0a8" providerId="ADAL" clId="{711A6075-8C46-41DF-8D85-07FF73CF8263}" dt="2026-07-06T19:03:19.877" v="884" actId="1076"/>
          <ac:spMkLst>
            <pc:docMk/>
            <pc:sldMk cId="2035897361" sldId="259"/>
            <ac:spMk id="20" creationId="{49BE670D-6A0C-AB5F-BC3D-42BBC719E74F}"/>
          </ac:spMkLst>
        </pc:spChg>
        <pc:spChg chg="add del mod">
          <ac:chgData name="Andrew Werner" userId="5f5094aa-01b6-4fe2-99e4-7991fd17c0a8" providerId="ADAL" clId="{711A6075-8C46-41DF-8D85-07FF73CF8263}" dt="2026-07-06T18:57:27.797" v="825" actId="21"/>
          <ac:spMkLst>
            <pc:docMk/>
            <pc:sldMk cId="2035897361" sldId="259"/>
            <ac:spMk id="21" creationId="{AF8503A7-7B63-0527-15EE-FD40DDA081D9}"/>
          </ac:spMkLst>
        </pc:spChg>
        <pc:spChg chg="add mod">
          <ac:chgData name="Andrew Werner" userId="5f5094aa-01b6-4fe2-99e4-7991fd17c0a8" providerId="ADAL" clId="{711A6075-8C46-41DF-8D85-07FF73CF8263}" dt="2026-07-06T19:03:19.877" v="884" actId="1076"/>
          <ac:spMkLst>
            <pc:docMk/>
            <pc:sldMk cId="2035897361" sldId="259"/>
            <ac:spMk id="22" creationId="{84F0BF4B-3C15-9687-CA05-B844D08C3C48}"/>
          </ac:spMkLst>
        </pc:spChg>
        <pc:spChg chg="add mod">
          <ac:chgData name="Andrew Werner" userId="5f5094aa-01b6-4fe2-99e4-7991fd17c0a8" providerId="ADAL" clId="{711A6075-8C46-41DF-8D85-07FF73CF8263}" dt="2026-07-06T18:57:19.041" v="822" actId="1076"/>
          <ac:spMkLst>
            <pc:docMk/>
            <pc:sldMk cId="2035897361" sldId="259"/>
            <ac:spMk id="23" creationId="{69B8E73A-13C1-4DD7-29A4-25B95265FF1E}"/>
          </ac:spMkLst>
        </pc:spChg>
        <pc:spChg chg="add mod">
          <ac:chgData name="Andrew Werner" userId="5f5094aa-01b6-4fe2-99e4-7991fd17c0a8" providerId="ADAL" clId="{711A6075-8C46-41DF-8D85-07FF73CF8263}" dt="2026-07-06T19:03:19.877" v="884" actId="1076"/>
          <ac:spMkLst>
            <pc:docMk/>
            <pc:sldMk cId="2035897361" sldId="259"/>
            <ac:spMk id="24" creationId="{AF8503A7-7B63-0527-15EE-FD40DDA081D9}"/>
          </ac:spMkLst>
        </pc:spChg>
        <pc:spChg chg="add mod">
          <ac:chgData name="Andrew Werner" userId="5f5094aa-01b6-4fe2-99e4-7991fd17c0a8" providerId="ADAL" clId="{711A6075-8C46-41DF-8D85-07FF73CF8263}" dt="2026-07-06T19:03:19.877" v="884" actId="1076"/>
          <ac:spMkLst>
            <pc:docMk/>
            <pc:sldMk cId="2035897361" sldId="259"/>
            <ac:spMk id="25" creationId="{2CACC160-4320-3171-AFAD-A78C3E1D1FEF}"/>
          </ac:spMkLst>
        </pc:spChg>
        <pc:spChg chg="add mod">
          <ac:chgData name="Andrew Werner" userId="5f5094aa-01b6-4fe2-99e4-7991fd17c0a8" providerId="ADAL" clId="{711A6075-8C46-41DF-8D85-07FF73CF8263}" dt="2026-07-06T19:03:19.877" v="884" actId="1076"/>
          <ac:spMkLst>
            <pc:docMk/>
            <pc:sldMk cId="2035897361" sldId="259"/>
            <ac:spMk id="26" creationId="{3FEC49C7-7CEA-B110-8263-C0161B7A3711}"/>
          </ac:spMkLst>
        </pc:spChg>
        <pc:spChg chg="add mod">
          <ac:chgData name="Andrew Werner" userId="5f5094aa-01b6-4fe2-99e4-7991fd17c0a8" providerId="ADAL" clId="{711A6075-8C46-41DF-8D85-07FF73CF8263}" dt="2026-07-06T19:03:48.935" v="901" actId="20577"/>
          <ac:spMkLst>
            <pc:docMk/>
            <pc:sldMk cId="2035897361" sldId="259"/>
            <ac:spMk id="27" creationId="{4A499FA1-4C6A-10B4-F29F-DD6839E03E4F}"/>
          </ac:spMkLst>
        </pc:spChg>
        <pc:picChg chg="add del mod ord">
          <ac:chgData name="Andrew Werner" userId="5f5094aa-01b6-4fe2-99e4-7991fd17c0a8" providerId="ADAL" clId="{711A6075-8C46-41DF-8D85-07FF73CF8263}" dt="2026-07-06T18:27:06.097" v="233" actId="478"/>
          <ac:picMkLst>
            <pc:docMk/>
            <pc:sldMk cId="2035897361" sldId="259"/>
            <ac:picMk id="4" creationId="{2F2255A1-0B00-8019-5C83-B644BEC47CC0}"/>
          </ac:picMkLst>
        </pc:picChg>
        <pc:picChg chg="del">
          <ac:chgData name="Andrew Werner" userId="5f5094aa-01b6-4fe2-99e4-7991fd17c0a8" providerId="ADAL" clId="{711A6075-8C46-41DF-8D85-07FF73CF8263}" dt="2026-07-06T18:22:34.114" v="126" actId="478"/>
          <ac:picMkLst>
            <pc:docMk/>
            <pc:sldMk cId="2035897361" sldId="259"/>
            <ac:picMk id="6" creationId="{C7980778-FB58-3B80-1E76-B7797574A668}"/>
          </ac:picMkLst>
        </pc:picChg>
        <pc:picChg chg="del mod">
          <ac:chgData name="Andrew Werner" userId="5f5094aa-01b6-4fe2-99e4-7991fd17c0a8" providerId="ADAL" clId="{711A6075-8C46-41DF-8D85-07FF73CF8263}" dt="2026-07-06T18:55:51.281" v="778" actId="478"/>
          <ac:picMkLst>
            <pc:docMk/>
            <pc:sldMk cId="2035897361" sldId="259"/>
            <ac:picMk id="9" creationId="{D137067B-1857-2789-5CD9-B5B96E080425}"/>
          </ac:picMkLst>
        </pc:picChg>
        <pc:picChg chg="add del mod ord">
          <ac:chgData name="Andrew Werner" userId="5f5094aa-01b6-4fe2-99e4-7991fd17c0a8" providerId="ADAL" clId="{711A6075-8C46-41DF-8D85-07FF73CF8263}" dt="2026-07-06T18:43:00.498" v="611" actId="478"/>
          <ac:picMkLst>
            <pc:docMk/>
            <pc:sldMk cId="2035897361" sldId="259"/>
            <ac:picMk id="10" creationId="{F3A79E43-28B6-6B94-42BB-156A69C08D36}"/>
          </ac:picMkLst>
        </pc:picChg>
        <pc:picChg chg="del mod">
          <ac:chgData name="Andrew Werner" userId="5f5094aa-01b6-4fe2-99e4-7991fd17c0a8" providerId="ADAL" clId="{711A6075-8C46-41DF-8D85-07FF73CF8263}" dt="2026-07-06T18:43:00.498" v="611" actId="478"/>
          <ac:picMkLst>
            <pc:docMk/>
            <pc:sldMk cId="2035897361" sldId="259"/>
            <ac:picMk id="12" creationId="{38CC42A9-86FC-5381-2563-EEEB84D3E3E7}"/>
          </ac:picMkLst>
        </pc:picChg>
        <pc:picChg chg="del mod">
          <ac:chgData name="Andrew Werner" userId="5f5094aa-01b6-4fe2-99e4-7991fd17c0a8" providerId="ADAL" clId="{711A6075-8C46-41DF-8D85-07FF73CF8263}" dt="2026-07-06T18:43:00.498" v="611" actId="478"/>
          <ac:picMkLst>
            <pc:docMk/>
            <pc:sldMk cId="2035897361" sldId="259"/>
            <ac:picMk id="13" creationId="{F28633E6-B50D-2C6D-A50C-81CD93DE69D3}"/>
          </ac:picMkLst>
        </pc:picChg>
        <pc:cxnChg chg="add del mod">
          <ac:chgData name="Andrew Werner" userId="5f5094aa-01b6-4fe2-99e4-7991fd17c0a8" providerId="ADAL" clId="{711A6075-8C46-41DF-8D85-07FF73CF8263}" dt="2026-07-06T18:36:43.721" v="511" actId="478"/>
          <ac:cxnSpMkLst>
            <pc:docMk/>
            <pc:sldMk cId="2035897361" sldId="259"/>
            <ac:cxnSpMk id="15" creationId="{2E6ED48D-B7AE-EEDD-98F3-71BD5EB1A2A0}"/>
          </ac:cxnSpMkLst>
        </pc:cxnChg>
        <pc:cxnChg chg="add mod">
          <ac:chgData name="Andrew Werner" userId="5f5094aa-01b6-4fe2-99e4-7991fd17c0a8" providerId="ADAL" clId="{711A6075-8C46-41DF-8D85-07FF73CF8263}" dt="2026-07-06T19:03:19.877" v="884" actId="1076"/>
          <ac:cxnSpMkLst>
            <pc:docMk/>
            <pc:sldMk cId="2035897361" sldId="259"/>
            <ac:cxnSpMk id="19" creationId="{7D1CF7FD-DB6E-243B-CEA4-F701C73B8E36}"/>
          </ac:cxnSpMkLst>
        </pc:cxnChg>
      </pc:sldChg>
      <pc:sldChg chg="addSp delSp modSp add del mod">
        <pc:chgData name="Andrew Werner" userId="5f5094aa-01b6-4fe2-99e4-7991fd17c0a8" providerId="ADAL" clId="{711A6075-8C46-41DF-8D85-07FF73CF8263}" dt="2026-07-06T19:32:28.634" v="951" actId="47"/>
        <pc:sldMkLst>
          <pc:docMk/>
          <pc:sldMk cId="596911206" sldId="260"/>
        </pc:sldMkLst>
        <pc:spChg chg="del">
          <ac:chgData name="Andrew Werner" userId="5f5094aa-01b6-4fe2-99e4-7991fd17c0a8" providerId="ADAL" clId="{711A6075-8C46-41DF-8D85-07FF73CF8263}" dt="2026-07-06T18:33:47.451" v="463" actId="478"/>
          <ac:spMkLst>
            <pc:docMk/>
            <pc:sldMk cId="596911206" sldId="260"/>
            <ac:spMk id="2" creationId="{984070C4-D977-4ACC-20DB-8A0AD110993B}"/>
          </ac:spMkLst>
        </pc:spChg>
        <pc:spChg chg="mod">
          <ac:chgData name="Andrew Werner" userId="5f5094aa-01b6-4fe2-99e4-7991fd17c0a8" providerId="ADAL" clId="{711A6075-8C46-41DF-8D85-07FF73CF8263}" dt="2026-07-06T18:35:18.260" v="480" actId="20577"/>
          <ac:spMkLst>
            <pc:docMk/>
            <pc:sldMk cId="596911206" sldId="260"/>
            <ac:spMk id="5" creationId="{9DA40308-7504-9791-06E2-2C727BD181EE}"/>
          </ac:spMkLst>
        </pc:spChg>
        <pc:spChg chg="add del mod">
          <ac:chgData name="Andrew Werner" userId="5f5094aa-01b6-4fe2-99e4-7991fd17c0a8" providerId="ADAL" clId="{711A6075-8C46-41DF-8D85-07FF73CF8263}" dt="2026-07-06T18:33:38.357" v="457" actId="21"/>
          <ac:spMkLst>
            <pc:docMk/>
            <pc:sldMk cId="596911206" sldId="260"/>
            <ac:spMk id="6" creationId="{73D401D0-722A-3C7C-077C-CF00832FC3B7}"/>
          </ac:spMkLst>
        </pc:spChg>
        <pc:spChg chg="mod">
          <ac:chgData name="Andrew Werner" userId="5f5094aa-01b6-4fe2-99e4-7991fd17c0a8" providerId="ADAL" clId="{711A6075-8C46-41DF-8D85-07FF73CF8263}" dt="2026-07-06T18:35:25.681" v="481" actId="207"/>
          <ac:spMkLst>
            <pc:docMk/>
            <pc:sldMk cId="596911206" sldId="260"/>
            <ac:spMk id="7" creationId="{51131890-312B-3C99-D552-5827A886768B}"/>
          </ac:spMkLst>
        </pc:spChg>
        <pc:spChg chg="mod">
          <ac:chgData name="Andrew Werner" userId="5f5094aa-01b6-4fe2-99e4-7991fd17c0a8" providerId="ADAL" clId="{711A6075-8C46-41DF-8D85-07FF73CF8263}" dt="2026-07-06T18:42:35.692" v="609" actId="207"/>
          <ac:spMkLst>
            <pc:docMk/>
            <pc:sldMk cId="596911206" sldId="260"/>
            <ac:spMk id="8" creationId="{E05742C2-2A99-F42B-3BE9-BE55A56CBD06}"/>
          </ac:spMkLst>
        </pc:spChg>
        <pc:spChg chg="add del mod">
          <ac:chgData name="Andrew Werner" userId="5f5094aa-01b6-4fe2-99e4-7991fd17c0a8" providerId="ADAL" clId="{711A6075-8C46-41DF-8D85-07FF73CF8263}" dt="2026-07-06T18:33:38.357" v="457" actId="21"/>
          <ac:spMkLst>
            <pc:docMk/>
            <pc:sldMk cId="596911206" sldId="260"/>
            <ac:spMk id="10" creationId="{3D91A50D-4953-7B5D-C14E-A433FEE171E2}"/>
          </ac:spMkLst>
        </pc:spChg>
        <pc:spChg chg="add del mod">
          <ac:chgData name="Andrew Werner" userId="5f5094aa-01b6-4fe2-99e4-7991fd17c0a8" providerId="ADAL" clId="{711A6075-8C46-41DF-8D85-07FF73CF8263}" dt="2026-07-06T18:38:10.271" v="523" actId="478"/>
          <ac:spMkLst>
            <pc:docMk/>
            <pc:sldMk cId="596911206" sldId="260"/>
            <ac:spMk id="15" creationId="{8ED9C140-8575-9731-50E0-ED1B65AEA629}"/>
          </ac:spMkLst>
        </pc:spChg>
        <pc:spChg chg="add del">
          <ac:chgData name="Andrew Werner" userId="5f5094aa-01b6-4fe2-99e4-7991fd17c0a8" providerId="ADAL" clId="{711A6075-8C46-41DF-8D85-07FF73CF8263}" dt="2026-07-06T18:38:37.068" v="525" actId="478"/>
          <ac:spMkLst>
            <pc:docMk/>
            <pc:sldMk cId="596911206" sldId="260"/>
            <ac:spMk id="16" creationId="{C690C58A-E7E8-F216-6D1D-F5500C2A1BAD}"/>
          </ac:spMkLst>
        </pc:spChg>
        <pc:spChg chg="add del mod">
          <ac:chgData name="Andrew Werner" userId="5f5094aa-01b6-4fe2-99e4-7991fd17c0a8" providerId="ADAL" clId="{711A6075-8C46-41DF-8D85-07FF73CF8263}" dt="2026-07-06T18:41:50.771" v="594" actId="478"/>
          <ac:spMkLst>
            <pc:docMk/>
            <pc:sldMk cId="596911206" sldId="260"/>
            <ac:spMk id="17" creationId="{19D0928A-B424-BFC5-7344-8788E1896934}"/>
          </ac:spMkLst>
        </pc:spChg>
        <pc:spChg chg="add del mod">
          <ac:chgData name="Andrew Werner" userId="5f5094aa-01b6-4fe2-99e4-7991fd17c0a8" providerId="ADAL" clId="{711A6075-8C46-41DF-8D85-07FF73CF8263}" dt="2026-07-06T18:40:17.958" v="560" actId="478"/>
          <ac:spMkLst>
            <pc:docMk/>
            <pc:sldMk cId="596911206" sldId="260"/>
            <ac:spMk id="18" creationId="{15A1153C-1CE0-BB24-4B51-793F4A74F104}"/>
          </ac:spMkLst>
        </pc:spChg>
        <pc:spChg chg="add del mod ord">
          <ac:chgData name="Andrew Werner" userId="5f5094aa-01b6-4fe2-99e4-7991fd17c0a8" providerId="ADAL" clId="{711A6075-8C46-41DF-8D85-07FF73CF8263}" dt="2026-07-06T18:41:50.771" v="594" actId="478"/>
          <ac:spMkLst>
            <pc:docMk/>
            <pc:sldMk cId="596911206" sldId="260"/>
            <ac:spMk id="19" creationId="{DD62CC28-9014-41DB-0676-73BB9C6F8E6E}"/>
          </ac:spMkLst>
        </pc:spChg>
        <pc:spChg chg="add mod">
          <ac:chgData name="Andrew Werner" userId="5f5094aa-01b6-4fe2-99e4-7991fd17c0a8" providerId="ADAL" clId="{711A6075-8C46-41DF-8D85-07FF73CF8263}" dt="2026-07-06T18:44:14.990" v="643" actId="1076"/>
          <ac:spMkLst>
            <pc:docMk/>
            <pc:sldMk cId="596911206" sldId="260"/>
            <ac:spMk id="20" creationId="{2D67A77C-74A4-C5D7-1665-F45AC397FE34}"/>
          </ac:spMkLst>
        </pc:spChg>
        <pc:spChg chg="add mod">
          <ac:chgData name="Andrew Werner" userId="5f5094aa-01b6-4fe2-99e4-7991fd17c0a8" providerId="ADAL" clId="{711A6075-8C46-41DF-8D85-07FF73CF8263}" dt="2026-07-06T18:44:14.990" v="643" actId="1076"/>
          <ac:spMkLst>
            <pc:docMk/>
            <pc:sldMk cId="596911206" sldId="260"/>
            <ac:spMk id="21" creationId="{59C64E96-3B73-7435-DAC8-F4BFFAD192C1}"/>
          </ac:spMkLst>
        </pc:spChg>
        <pc:spChg chg="add del mod">
          <ac:chgData name="Andrew Werner" userId="5f5094aa-01b6-4fe2-99e4-7991fd17c0a8" providerId="ADAL" clId="{711A6075-8C46-41DF-8D85-07FF73CF8263}" dt="2026-07-06T18:44:16.343" v="644" actId="478"/>
          <ac:spMkLst>
            <pc:docMk/>
            <pc:sldMk cId="596911206" sldId="260"/>
            <ac:spMk id="22" creationId="{549D9E4C-1A9D-DF17-E431-ECDD9A02E7E5}"/>
          </ac:spMkLst>
        </pc:spChg>
        <pc:spChg chg="add del mod">
          <ac:chgData name="Andrew Werner" userId="5f5094aa-01b6-4fe2-99e4-7991fd17c0a8" providerId="ADAL" clId="{711A6075-8C46-41DF-8D85-07FF73CF8263}" dt="2026-07-06T18:57:12.139" v="819" actId="21"/>
          <ac:spMkLst>
            <pc:docMk/>
            <pc:sldMk cId="596911206" sldId="260"/>
            <ac:spMk id="23" creationId="{69B8E73A-13C1-4DD7-29A4-25B95265FF1E}"/>
          </ac:spMkLst>
        </pc:spChg>
        <pc:spChg chg="add del mod">
          <ac:chgData name="Andrew Werner" userId="5f5094aa-01b6-4fe2-99e4-7991fd17c0a8" providerId="ADAL" clId="{711A6075-8C46-41DF-8D85-07FF73CF8263}" dt="2026-07-06T18:57:36.206" v="829" actId="21"/>
          <ac:spMkLst>
            <pc:docMk/>
            <pc:sldMk cId="596911206" sldId="260"/>
            <ac:spMk id="24" creationId="{AF8503A7-7B63-0527-15EE-FD40DDA081D9}"/>
          </ac:spMkLst>
        </pc:spChg>
        <pc:cxnChg chg="add mod">
          <ac:chgData name="Andrew Werner" userId="5f5094aa-01b6-4fe2-99e4-7991fd17c0a8" providerId="ADAL" clId="{711A6075-8C46-41DF-8D85-07FF73CF8263}" dt="2026-07-06T18:36:16.667" v="501" actId="208"/>
          <ac:cxnSpMkLst>
            <pc:docMk/>
            <pc:sldMk cId="596911206" sldId="260"/>
            <ac:cxnSpMk id="14" creationId="{C18D0B1E-265F-4E2B-B7E9-0646EC5FE0EE}"/>
          </ac:cxnSpMkLst>
        </pc:cxnChg>
      </pc:sldChg>
      <pc:sldChg chg="addSp delSp modSp add mod">
        <pc:chgData name="Andrew Werner" userId="5f5094aa-01b6-4fe2-99e4-7991fd17c0a8" providerId="ADAL" clId="{711A6075-8C46-41DF-8D85-07FF73CF8263}" dt="2026-07-06T19:42:07.014" v="1145" actId="108"/>
        <pc:sldMkLst>
          <pc:docMk/>
          <pc:sldMk cId="1061824665" sldId="261"/>
        </pc:sldMkLst>
        <pc:spChg chg="del mod ord">
          <ac:chgData name="Andrew Werner" userId="5f5094aa-01b6-4fe2-99e4-7991fd17c0a8" providerId="ADAL" clId="{711A6075-8C46-41DF-8D85-07FF73CF8263}" dt="2026-07-06T18:33:45.133" v="462" actId="478"/>
          <ac:spMkLst>
            <pc:docMk/>
            <pc:sldMk cId="1061824665" sldId="261"/>
            <ac:spMk id="2" creationId="{6A98848F-27C5-D812-C6DD-AB7F68E6A7E8}"/>
          </ac:spMkLst>
        </pc:spChg>
        <pc:spChg chg="del mod">
          <ac:chgData name="Andrew Werner" userId="5f5094aa-01b6-4fe2-99e4-7991fd17c0a8" providerId="ADAL" clId="{711A6075-8C46-41DF-8D85-07FF73CF8263}" dt="2026-07-06T19:34:28.481" v="1023" actId="478"/>
          <ac:spMkLst>
            <pc:docMk/>
            <pc:sldMk cId="1061824665" sldId="261"/>
            <ac:spMk id="5" creationId="{F97621B0-A6E3-5D21-3FFB-2CA27EFC1206}"/>
          </ac:spMkLst>
        </pc:spChg>
        <pc:spChg chg="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7" creationId="{7A53876F-2902-43D3-CFB2-3091F4DCDA5B}"/>
          </ac:spMkLst>
        </pc:spChg>
        <pc:spChg chg="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8" creationId="{BF6B867F-C5A9-2CC1-2D05-13C5AB0D45C2}"/>
          </ac:spMkLst>
        </pc:spChg>
        <pc:spChg chg="add 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15" creationId="{51838EA2-DB81-C8B8-56CE-2A7F977F4BEF}"/>
          </ac:spMkLst>
        </pc:spChg>
        <pc:spChg chg="add 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16" creationId="{5D8B43E3-1A7B-ED5A-38E2-6C009A2F509C}"/>
          </ac:spMkLst>
        </pc:spChg>
        <pc:spChg chg="add 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17" creationId="{F0975161-3849-2578-9FAC-E41E02CEA491}"/>
          </ac:spMkLst>
        </pc:spChg>
        <pc:spChg chg="add 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18" creationId="{8EDE7D7C-3BAE-3F31-0162-D6B3A35B9F86}"/>
          </ac:spMkLst>
        </pc:spChg>
        <pc:spChg chg="add 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19" creationId="{8EA28614-791A-E0EE-9387-A5EDE17FFAFA}"/>
          </ac:spMkLst>
        </pc:spChg>
        <pc:spChg chg="add del mod">
          <ac:chgData name="Andrew Werner" userId="5f5094aa-01b6-4fe2-99e4-7991fd17c0a8" providerId="ADAL" clId="{711A6075-8C46-41DF-8D85-07FF73CF8263}" dt="2026-07-06T18:33:42.473" v="460" actId="478"/>
          <ac:spMkLst>
            <pc:docMk/>
            <pc:sldMk cId="1061824665" sldId="261"/>
            <ac:spMk id="20" creationId="{97D24E39-8491-BD49-D530-8FA7C8A25FB7}"/>
          </ac:spMkLst>
        </pc:spChg>
        <pc:spChg chg="add del mod">
          <ac:chgData name="Andrew Werner" userId="5f5094aa-01b6-4fe2-99e4-7991fd17c0a8" providerId="ADAL" clId="{711A6075-8C46-41DF-8D85-07FF73CF8263}" dt="2026-07-06T18:33:42.473" v="460" actId="478"/>
          <ac:spMkLst>
            <pc:docMk/>
            <pc:sldMk cId="1061824665" sldId="261"/>
            <ac:spMk id="21" creationId="{E15587A7-6B63-FF73-1416-2881884959F5}"/>
          </ac:spMkLst>
        </pc:spChg>
        <pc:spChg chg="add 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22" creationId="{73D401D0-722A-3C7C-077C-CF00832FC3B7}"/>
          </ac:spMkLst>
        </pc:spChg>
        <pc:spChg chg="add 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23" creationId="{3D91A50D-4953-7B5D-C14E-A433FEE171E2}"/>
          </ac:spMkLst>
        </pc:spChg>
        <pc:spChg chg="add del mod">
          <ac:chgData name="Andrew Werner" userId="5f5094aa-01b6-4fe2-99e4-7991fd17c0a8" providerId="ADAL" clId="{711A6075-8C46-41DF-8D85-07FF73CF8263}" dt="2026-07-06T19:34:17.769" v="1018" actId="21"/>
          <ac:spMkLst>
            <pc:docMk/>
            <pc:sldMk cId="1061824665" sldId="261"/>
            <ac:spMk id="24" creationId="{62C0DDFF-5126-7B21-3968-38FC44A20A23}"/>
          </ac:spMkLst>
        </pc:spChg>
        <pc:spChg chg="add del mod">
          <ac:chgData name="Andrew Werner" userId="5f5094aa-01b6-4fe2-99e4-7991fd17c0a8" providerId="ADAL" clId="{711A6075-8C46-41DF-8D85-07FF73CF8263}" dt="2026-07-06T18:43:46.961" v="632" actId="478"/>
          <ac:spMkLst>
            <pc:docMk/>
            <pc:sldMk cId="1061824665" sldId="261"/>
            <ac:spMk id="25" creationId="{0F303F9D-862E-6CAB-5BBF-05854E36C34D}"/>
          </ac:spMkLst>
        </pc:spChg>
        <pc:spChg chg="add mod">
          <ac:chgData name="Andrew Werner" userId="5f5094aa-01b6-4fe2-99e4-7991fd17c0a8" providerId="ADAL" clId="{711A6075-8C46-41DF-8D85-07FF73CF8263}" dt="2026-07-06T19:34:23.118" v="1022"/>
          <ac:spMkLst>
            <pc:docMk/>
            <pc:sldMk cId="1061824665" sldId="261"/>
            <ac:spMk id="27" creationId="{7A53876F-2902-43D3-CFB2-3091F4DCDA5B}"/>
          </ac:spMkLst>
        </pc:spChg>
        <pc:spChg chg="add mod">
          <ac:chgData name="Andrew Werner" userId="5f5094aa-01b6-4fe2-99e4-7991fd17c0a8" providerId="ADAL" clId="{711A6075-8C46-41DF-8D85-07FF73CF8263}" dt="2026-07-06T19:38:11.446" v="1130" actId="113"/>
          <ac:spMkLst>
            <pc:docMk/>
            <pc:sldMk cId="1061824665" sldId="261"/>
            <ac:spMk id="28" creationId="{BF6B867F-C5A9-2CC1-2D05-13C5AB0D45C2}"/>
          </ac:spMkLst>
        </pc:spChg>
        <pc:spChg chg="add mod">
          <ac:chgData name="Andrew Werner" userId="5f5094aa-01b6-4fe2-99e4-7991fd17c0a8" providerId="ADAL" clId="{711A6075-8C46-41DF-8D85-07FF73CF8263}" dt="2026-07-06T19:38:16.523" v="1131" actId="113"/>
          <ac:spMkLst>
            <pc:docMk/>
            <pc:sldMk cId="1061824665" sldId="261"/>
            <ac:spMk id="29" creationId="{51838EA2-DB81-C8B8-56CE-2A7F977F4BEF}"/>
          </ac:spMkLst>
        </pc:spChg>
        <pc:spChg chg="add mod">
          <ac:chgData name="Andrew Werner" userId="5f5094aa-01b6-4fe2-99e4-7991fd17c0a8" providerId="ADAL" clId="{711A6075-8C46-41DF-8D85-07FF73CF8263}" dt="2026-07-06T19:38:11.446" v="1130" actId="113"/>
          <ac:spMkLst>
            <pc:docMk/>
            <pc:sldMk cId="1061824665" sldId="261"/>
            <ac:spMk id="30" creationId="{5D8B43E3-1A7B-ED5A-38E2-6C009A2F509C}"/>
          </ac:spMkLst>
        </pc:spChg>
        <pc:spChg chg="add mod">
          <ac:chgData name="Andrew Werner" userId="5f5094aa-01b6-4fe2-99e4-7991fd17c0a8" providerId="ADAL" clId="{711A6075-8C46-41DF-8D85-07FF73CF8263}" dt="2026-07-06T19:38:16.523" v="1131" actId="113"/>
          <ac:spMkLst>
            <pc:docMk/>
            <pc:sldMk cId="1061824665" sldId="261"/>
            <ac:spMk id="31" creationId="{F0975161-3849-2578-9FAC-E41E02CEA491}"/>
          </ac:spMkLst>
        </pc:spChg>
        <pc:spChg chg="add mod">
          <ac:chgData name="Andrew Werner" userId="5f5094aa-01b6-4fe2-99e4-7991fd17c0a8" providerId="ADAL" clId="{711A6075-8C46-41DF-8D85-07FF73CF8263}" dt="2026-07-06T19:38:11.446" v="1130" actId="113"/>
          <ac:spMkLst>
            <pc:docMk/>
            <pc:sldMk cId="1061824665" sldId="261"/>
            <ac:spMk id="32" creationId="{8EDE7D7C-3BAE-3F31-0162-D6B3A35B9F86}"/>
          </ac:spMkLst>
        </pc:spChg>
        <pc:spChg chg="add mod">
          <ac:chgData name="Andrew Werner" userId="5f5094aa-01b6-4fe2-99e4-7991fd17c0a8" providerId="ADAL" clId="{711A6075-8C46-41DF-8D85-07FF73CF8263}" dt="2026-07-06T19:38:16.523" v="1131" actId="113"/>
          <ac:spMkLst>
            <pc:docMk/>
            <pc:sldMk cId="1061824665" sldId="261"/>
            <ac:spMk id="33" creationId="{8EA28614-791A-E0EE-9387-A5EDE17FFAFA}"/>
          </ac:spMkLst>
        </pc:spChg>
        <pc:spChg chg="add mod">
          <ac:chgData name="Andrew Werner" userId="5f5094aa-01b6-4fe2-99e4-7991fd17c0a8" providerId="ADAL" clId="{711A6075-8C46-41DF-8D85-07FF73CF8263}" dt="2026-07-06T19:38:11.446" v="1130" actId="113"/>
          <ac:spMkLst>
            <pc:docMk/>
            <pc:sldMk cId="1061824665" sldId="261"/>
            <ac:spMk id="34" creationId="{73D401D0-722A-3C7C-077C-CF00832FC3B7}"/>
          </ac:spMkLst>
        </pc:spChg>
        <pc:spChg chg="add mod">
          <ac:chgData name="Andrew Werner" userId="5f5094aa-01b6-4fe2-99e4-7991fd17c0a8" providerId="ADAL" clId="{711A6075-8C46-41DF-8D85-07FF73CF8263}" dt="2026-07-06T19:38:16.523" v="1131" actId="113"/>
          <ac:spMkLst>
            <pc:docMk/>
            <pc:sldMk cId="1061824665" sldId="261"/>
            <ac:spMk id="35" creationId="{3D91A50D-4953-7B5D-C14E-A433FEE171E2}"/>
          </ac:spMkLst>
        </pc:spChg>
        <pc:spChg chg="add del mod">
          <ac:chgData name="Andrew Werner" userId="5f5094aa-01b6-4fe2-99e4-7991fd17c0a8" providerId="ADAL" clId="{711A6075-8C46-41DF-8D85-07FF73CF8263}" dt="2026-07-06T19:41:53.548" v="1132" actId="478"/>
          <ac:spMkLst>
            <pc:docMk/>
            <pc:sldMk cId="1061824665" sldId="261"/>
            <ac:spMk id="36" creationId="{62C0DDFF-5126-7B21-3968-38FC44A20A23}"/>
          </ac:spMkLst>
        </pc:spChg>
        <pc:spChg chg="add del mod">
          <ac:chgData name="Andrew Werner" userId="5f5094aa-01b6-4fe2-99e4-7991fd17c0a8" providerId="ADAL" clId="{711A6075-8C46-41DF-8D85-07FF73CF8263}" dt="2026-07-06T19:34:38.166" v="1027" actId="21"/>
          <ac:spMkLst>
            <pc:docMk/>
            <pc:sldMk cId="1061824665" sldId="261"/>
            <ac:spMk id="37" creationId="{479BA350-B703-5ED5-BE20-53046E88A471}"/>
          </ac:spMkLst>
        </pc:spChg>
        <pc:spChg chg="add del mod">
          <ac:chgData name="Andrew Werner" userId="5f5094aa-01b6-4fe2-99e4-7991fd17c0a8" providerId="ADAL" clId="{711A6075-8C46-41DF-8D85-07FF73CF8263}" dt="2026-07-06T19:34:38.166" v="1027" actId="21"/>
          <ac:spMkLst>
            <pc:docMk/>
            <pc:sldMk cId="1061824665" sldId="261"/>
            <ac:spMk id="38" creationId="{D91780BE-B36D-6479-FD16-36548279D5A4}"/>
          </ac:spMkLst>
        </pc:spChg>
        <pc:spChg chg="add del mod">
          <ac:chgData name="Andrew Werner" userId="5f5094aa-01b6-4fe2-99e4-7991fd17c0a8" providerId="ADAL" clId="{711A6075-8C46-41DF-8D85-07FF73CF8263}" dt="2026-07-06T19:34:38.166" v="1027" actId="21"/>
          <ac:spMkLst>
            <pc:docMk/>
            <pc:sldMk cId="1061824665" sldId="261"/>
            <ac:spMk id="39" creationId="{A25245FD-BC48-D341-EF15-F19C4C322E59}"/>
          </ac:spMkLst>
        </pc:spChg>
        <pc:spChg chg="add del mod">
          <ac:chgData name="Andrew Werner" userId="5f5094aa-01b6-4fe2-99e4-7991fd17c0a8" providerId="ADAL" clId="{711A6075-8C46-41DF-8D85-07FF73CF8263}" dt="2026-07-06T19:34:38.166" v="1027" actId="21"/>
          <ac:spMkLst>
            <pc:docMk/>
            <pc:sldMk cId="1061824665" sldId="261"/>
            <ac:spMk id="40" creationId="{24A6CB52-03CE-1109-8FE9-EC52E2650E39}"/>
          </ac:spMkLst>
        </pc:spChg>
        <pc:spChg chg="add mod">
          <ac:chgData name="Andrew Werner" userId="5f5094aa-01b6-4fe2-99e4-7991fd17c0a8" providerId="ADAL" clId="{711A6075-8C46-41DF-8D85-07FF73CF8263}" dt="2026-07-06T19:35:41.388" v="1038"/>
          <ac:spMkLst>
            <pc:docMk/>
            <pc:sldMk cId="1061824665" sldId="261"/>
            <ac:spMk id="42" creationId="{7E996DF0-8545-C2ED-EC73-5AE41302EE1D}"/>
          </ac:spMkLst>
        </pc:spChg>
        <pc:spChg chg="add mod">
          <ac:chgData name="Andrew Werner" userId="5f5094aa-01b6-4fe2-99e4-7991fd17c0a8" providerId="ADAL" clId="{711A6075-8C46-41DF-8D85-07FF73CF8263}" dt="2026-07-06T19:36:05.113" v="1067" actId="20577"/>
          <ac:spMkLst>
            <pc:docMk/>
            <pc:sldMk cId="1061824665" sldId="261"/>
            <ac:spMk id="45" creationId="{57A51FA9-BA3E-AA86-8CFC-1207A4B1953C}"/>
          </ac:spMkLst>
        </pc:spChg>
        <pc:spChg chg="add mod">
          <ac:chgData name="Andrew Werner" userId="5f5094aa-01b6-4fe2-99e4-7991fd17c0a8" providerId="ADAL" clId="{711A6075-8C46-41DF-8D85-07FF73CF8263}" dt="2026-07-06T19:42:01.402" v="1139" actId="20577"/>
          <ac:spMkLst>
            <pc:docMk/>
            <pc:sldMk cId="1061824665" sldId="261"/>
            <ac:spMk id="54" creationId="{3FF6767F-F213-01A9-CACB-A33EEEB56394}"/>
          </ac:spMkLst>
        </pc:spChg>
        <pc:spChg chg="add mod">
          <ac:chgData name="Andrew Werner" userId="5f5094aa-01b6-4fe2-99e4-7991fd17c0a8" providerId="ADAL" clId="{711A6075-8C46-41DF-8D85-07FF73CF8263}" dt="2026-07-06T19:42:07.014" v="1145" actId="108"/>
          <ac:spMkLst>
            <pc:docMk/>
            <pc:sldMk cId="1061824665" sldId="261"/>
            <ac:spMk id="55" creationId="{F6320FCD-0109-C2DA-5201-1095A2BD08D9}"/>
          </ac:spMkLst>
        </pc:spChg>
        <pc:picChg chg="add del">
          <ac:chgData name="Andrew Werner" userId="5f5094aa-01b6-4fe2-99e4-7991fd17c0a8" providerId="ADAL" clId="{711A6075-8C46-41DF-8D85-07FF73CF8263}" dt="2026-07-06T18:28:25.721" v="237" actId="478"/>
          <ac:picMkLst>
            <pc:docMk/>
            <pc:sldMk cId="1061824665" sldId="261"/>
            <ac:picMk id="4" creationId="{8021E684-681F-9624-2933-6CDB39BA1BA0}"/>
          </ac:picMkLst>
        </pc:picChg>
        <pc:picChg chg="add del mod">
          <ac:chgData name="Andrew Werner" userId="5f5094aa-01b6-4fe2-99e4-7991fd17c0a8" providerId="ADAL" clId="{711A6075-8C46-41DF-8D85-07FF73CF8263}" dt="2026-07-06T19:34:28.481" v="1023" actId="478"/>
          <ac:picMkLst>
            <pc:docMk/>
            <pc:sldMk cId="1061824665" sldId="261"/>
            <ac:picMk id="6" creationId="{0694AE13-9B04-968E-A68A-B4BC51AB5EBA}"/>
          </ac:picMkLst>
        </pc:picChg>
        <pc:picChg chg="add del mod">
          <ac:chgData name="Andrew Werner" userId="5f5094aa-01b6-4fe2-99e4-7991fd17c0a8" providerId="ADAL" clId="{711A6075-8C46-41DF-8D85-07FF73CF8263}" dt="2026-07-06T19:34:28.481" v="1023" actId="478"/>
          <ac:picMkLst>
            <pc:docMk/>
            <pc:sldMk cId="1061824665" sldId="261"/>
            <ac:picMk id="10" creationId="{34FEB82A-41AB-CDE7-EAF4-0D8D250DE7F6}"/>
          </ac:picMkLst>
        </pc:picChg>
        <pc:picChg chg="add del mod">
          <ac:chgData name="Andrew Werner" userId="5f5094aa-01b6-4fe2-99e4-7991fd17c0a8" providerId="ADAL" clId="{711A6075-8C46-41DF-8D85-07FF73CF8263}" dt="2026-07-06T18:28:38.908" v="242" actId="478"/>
          <ac:picMkLst>
            <pc:docMk/>
            <pc:sldMk cId="1061824665" sldId="261"/>
            <ac:picMk id="11" creationId="{4624620E-FAD3-9C3B-E349-77664173E54E}"/>
          </ac:picMkLst>
        </pc:picChg>
        <pc:picChg chg="del">
          <ac:chgData name="Andrew Werner" userId="5f5094aa-01b6-4fe2-99e4-7991fd17c0a8" providerId="ADAL" clId="{711A6075-8C46-41DF-8D85-07FF73CF8263}" dt="2026-07-06T18:28:25.721" v="237" actId="478"/>
          <ac:picMkLst>
            <pc:docMk/>
            <pc:sldMk cId="1061824665" sldId="261"/>
            <ac:picMk id="12" creationId="{72BFD247-7477-A938-5119-E68856B366D3}"/>
          </ac:picMkLst>
        </pc:picChg>
        <pc:picChg chg="add del">
          <ac:chgData name="Andrew Werner" userId="5f5094aa-01b6-4fe2-99e4-7991fd17c0a8" providerId="ADAL" clId="{711A6075-8C46-41DF-8D85-07FF73CF8263}" dt="2026-07-06T18:28:25.721" v="237" actId="478"/>
          <ac:picMkLst>
            <pc:docMk/>
            <pc:sldMk cId="1061824665" sldId="261"/>
            <ac:picMk id="13" creationId="{B66A6B9B-D1AE-7088-0961-97F05BF99D2E}"/>
          </ac:picMkLst>
        </pc:picChg>
        <pc:picChg chg="add del mod ord">
          <ac:chgData name="Andrew Werner" userId="5f5094aa-01b6-4fe2-99e4-7991fd17c0a8" providerId="ADAL" clId="{711A6075-8C46-41DF-8D85-07FF73CF8263}" dt="2026-07-06T19:34:28.481" v="1023" actId="478"/>
          <ac:picMkLst>
            <pc:docMk/>
            <pc:sldMk cId="1061824665" sldId="261"/>
            <ac:picMk id="14" creationId="{67A7D987-95B9-E45E-0C5F-2C5FF528A6F0}"/>
          </ac:picMkLst>
        </pc:picChg>
        <pc:picChg chg="add del mod">
          <ac:chgData name="Andrew Werner" userId="5f5094aa-01b6-4fe2-99e4-7991fd17c0a8" providerId="ADAL" clId="{711A6075-8C46-41DF-8D85-07FF73CF8263}" dt="2026-07-06T19:36:53.982" v="1109" actId="478"/>
          <ac:picMkLst>
            <pc:docMk/>
            <pc:sldMk cId="1061824665" sldId="261"/>
            <ac:picMk id="41" creationId="{74D7DF82-1FA0-D612-D8E6-8583EEA4670F}"/>
          </ac:picMkLst>
        </pc:picChg>
        <pc:picChg chg="add del mod">
          <ac:chgData name="Andrew Werner" userId="5f5094aa-01b6-4fe2-99e4-7991fd17c0a8" providerId="ADAL" clId="{711A6075-8C46-41DF-8D85-07FF73CF8263}" dt="2026-07-06T19:36:53.982" v="1109" actId="478"/>
          <ac:picMkLst>
            <pc:docMk/>
            <pc:sldMk cId="1061824665" sldId="261"/>
            <ac:picMk id="43" creationId="{3FFA3CC9-8639-16D0-E9CB-ADFA9E16D40D}"/>
          </ac:picMkLst>
        </pc:picChg>
        <pc:picChg chg="add del mod">
          <ac:chgData name="Andrew Werner" userId="5f5094aa-01b6-4fe2-99e4-7991fd17c0a8" providerId="ADAL" clId="{711A6075-8C46-41DF-8D85-07FF73CF8263}" dt="2026-07-06T19:36:53.982" v="1109" actId="478"/>
          <ac:picMkLst>
            <pc:docMk/>
            <pc:sldMk cId="1061824665" sldId="261"/>
            <ac:picMk id="44" creationId="{5E113E4B-F3F9-9E44-30F7-47549CD88DF2}"/>
          </ac:picMkLst>
        </pc:picChg>
        <pc:picChg chg="add mod">
          <ac:chgData name="Andrew Werner" userId="5f5094aa-01b6-4fe2-99e4-7991fd17c0a8" providerId="ADAL" clId="{711A6075-8C46-41DF-8D85-07FF73CF8263}" dt="2026-07-06T19:36:48.954" v="1107"/>
          <ac:picMkLst>
            <pc:docMk/>
            <pc:sldMk cId="1061824665" sldId="261"/>
            <ac:picMk id="47" creationId="{7E2B257F-BEC9-94DA-A4F0-BFE52C825081}"/>
          </ac:picMkLst>
        </pc:picChg>
        <pc:picChg chg="add mod">
          <ac:chgData name="Andrew Werner" userId="5f5094aa-01b6-4fe2-99e4-7991fd17c0a8" providerId="ADAL" clId="{711A6075-8C46-41DF-8D85-07FF73CF8263}" dt="2026-07-06T19:36:48.954" v="1107"/>
          <ac:picMkLst>
            <pc:docMk/>
            <pc:sldMk cId="1061824665" sldId="261"/>
            <ac:picMk id="48" creationId="{AE49020E-2248-E587-DFE5-C4DEC56F43EE}"/>
          </ac:picMkLst>
        </pc:picChg>
        <pc:picChg chg="add mod">
          <ac:chgData name="Andrew Werner" userId="5f5094aa-01b6-4fe2-99e4-7991fd17c0a8" providerId="ADAL" clId="{711A6075-8C46-41DF-8D85-07FF73CF8263}" dt="2026-07-06T19:36:48.954" v="1107"/>
          <ac:picMkLst>
            <pc:docMk/>
            <pc:sldMk cId="1061824665" sldId="261"/>
            <ac:picMk id="49" creationId="{05778BCF-D84E-BEAF-762C-CA0E2DDE35E4}"/>
          </ac:picMkLst>
        </pc:picChg>
        <pc:picChg chg="add mod">
          <ac:chgData name="Andrew Werner" userId="5f5094aa-01b6-4fe2-99e4-7991fd17c0a8" providerId="ADAL" clId="{711A6075-8C46-41DF-8D85-07FF73CF8263}" dt="2026-07-06T19:36:54.481" v="1110"/>
          <ac:picMkLst>
            <pc:docMk/>
            <pc:sldMk cId="1061824665" sldId="261"/>
            <ac:picMk id="50" creationId="{4F366ADF-E94F-CEC7-7C29-77408B01CC0C}"/>
          </ac:picMkLst>
        </pc:picChg>
        <pc:picChg chg="add mod">
          <ac:chgData name="Andrew Werner" userId="5f5094aa-01b6-4fe2-99e4-7991fd17c0a8" providerId="ADAL" clId="{711A6075-8C46-41DF-8D85-07FF73CF8263}" dt="2026-07-06T19:36:54.481" v="1110"/>
          <ac:picMkLst>
            <pc:docMk/>
            <pc:sldMk cId="1061824665" sldId="261"/>
            <ac:picMk id="51" creationId="{B660223B-04EB-E0D7-8B44-F3CAFDDCB548}"/>
          </ac:picMkLst>
        </pc:picChg>
        <pc:picChg chg="add del mod">
          <ac:chgData name="Andrew Werner" userId="5f5094aa-01b6-4fe2-99e4-7991fd17c0a8" providerId="ADAL" clId="{711A6075-8C46-41DF-8D85-07FF73CF8263}" dt="2026-07-06T19:37:27.056" v="1119" actId="478"/>
          <ac:picMkLst>
            <pc:docMk/>
            <pc:sldMk cId="1061824665" sldId="261"/>
            <ac:picMk id="52" creationId="{80C36217-6950-6E2B-AA5B-7B67E9956129}"/>
          </ac:picMkLst>
        </pc:picChg>
        <pc:picChg chg="add mod ord">
          <ac:chgData name="Andrew Werner" userId="5f5094aa-01b6-4fe2-99e4-7991fd17c0a8" providerId="ADAL" clId="{711A6075-8C46-41DF-8D85-07FF73CF8263}" dt="2026-07-06T19:37:25.369" v="1118" actId="167"/>
          <ac:picMkLst>
            <pc:docMk/>
            <pc:sldMk cId="1061824665" sldId="261"/>
            <ac:picMk id="53" creationId="{FE080B7C-0950-FA32-8AE9-A4809E06BE90}"/>
          </ac:picMkLst>
        </pc:picChg>
        <pc:cxnChg chg="add del mod">
          <ac:chgData name="Andrew Werner" userId="5f5094aa-01b6-4fe2-99e4-7991fd17c0a8" providerId="ADAL" clId="{711A6075-8C46-41DF-8D85-07FF73CF8263}" dt="2026-07-06T19:34:28.481" v="1023" actId="478"/>
          <ac:cxnSpMkLst>
            <pc:docMk/>
            <pc:sldMk cId="1061824665" sldId="261"/>
            <ac:cxnSpMk id="26" creationId="{A7409EFC-7A10-EA57-0107-4FC2A9BF57F8}"/>
          </ac:cxnSpMkLst>
        </pc:cxnChg>
        <pc:cxnChg chg="add del mod">
          <ac:chgData name="Andrew Werner" userId="5f5094aa-01b6-4fe2-99e4-7991fd17c0a8" providerId="ADAL" clId="{711A6075-8C46-41DF-8D85-07FF73CF8263}" dt="2026-07-06T19:36:51.312" v="1108" actId="478"/>
          <ac:cxnSpMkLst>
            <pc:docMk/>
            <pc:sldMk cId="1061824665" sldId="261"/>
            <ac:cxnSpMk id="46" creationId="{4E08B67F-771C-753D-CC33-158D06E3A2FF}"/>
          </ac:cxnSpMkLst>
        </pc:cxnChg>
      </pc:sldChg>
      <pc:sldChg chg="addSp delSp modSp add del mod">
        <pc:chgData name="Andrew Werner" userId="5f5094aa-01b6-4fe2-99e4-7991fd17c0a8" providerId="ADAL" clId="{711A6075-8C46-41DF-8D85-07FF73CF8263}" dt="2026-07-06T18:56:48.730" v="811" actId="47"/>
        <pc:sldMkLst>
          <pc:docMk/>
          <pc:sldMk cId="1508928950" sldId="262"/>
        </pc:sldMkLst>
        <pc:spChg chg="add del mod">
          <ac:chgData name="Andrew Werner" userId="5f5094aa-01b6-4fe2-99e4-7991fd17c0a8" providerId="ADAL" clId="{711A6075-8C46-41DF-8D85-07FF73CF8263}" dt="2026-07-06T18:56:35.667" v="799" actId="21"/>
          <ac:spMkLst>
            <pc:docMk/>
            <pc:sldMk cId="1508928950" sldId="262"/>
            <ac:spMk id="2" creationId="{49BE670D-6A0C-AB5F-BC3D-42BBC719E74F}"/>
          </ac:spMkLst>
        </pc:spChg>
        <pc:spChg chg="del">
          <ac:chgData name="Andrew Werner" userId="5f5094aa-01b6-4fe2-99e4-7991fd17c0a8" providerId="ADAL" clId="{711A6075-8C46-41DF-8D85-07FF73CF8263}" dt="2026-07-06T18:56:45.238" v="810" actId="478"/>
          <ac:spMkLst>
            <pc:docMk/>
            <pc:sldMk cId="1508928950" sldId="262"/>
            <ac:spMk id="14" creationId="{051878D1-2F39-01F7-6F7C-4E1A90F552AA}"/>
          </ac:spMkLst>
        </pc:spChg>
      </pc:sldChg>
      <pc:sldChg chg="addSp delSp modSp add mod ord">
        <pc:chgData name="Andrew Werner" userId="5f5094aa-01b6-4fe2-99e4-7991fd17c0a8" providerId="ADAL" clId="{711A6075-8C46-41DF-8D85-07FF73CF8263}" dt="2026-07-06T19:31:56.416" v="945"/>
        <pc:sldMkLst>
          <pc:docMk/>
          <pc:sldMk cId="2244478728" sldId="263"/>
        </pc:sldMkLst>
        <pc:spChg chg="add del mod">
          <ac:chgData name="Andrew Werner" userId="5f5094aa-01b6-4fe2-99e4-7991fd17c0a8" providerId="ADAL" clId="{711A6075-8C46-41DF-8D85-07FF73CF8263}" dt="2026-07-06T18:56:09.960" v="790" actId="21"/>
          <ac:spMkLst>
            <pc:docMk/>
            <pc:sldMk cId="2244478728" sldId="263"/>
            <ac:spMk id="2" creationId="{E45AFC47-0A26-73BC-97D3-56289871B8E5}"/>
          </ac:spMkLst>
        </pc:spChg>
        <pc:picChg chg="del">
          <ac:chgData name="Andrew Werner" userId="5f5094aa-01b6-4fe2-99e4-7991fd17c0a8" providerId="ADAL" clId="{711A6075-8C46-41DF-8D85-07FF73CF8263}" dt="2026-07-06T19:30:43.091" v="918" actId="478"/>
          <ac:picMkLst>
            <pc:docMk/>
            <pc:sldMk cId="2244478728" sldId="263"/>
            <ac:picMk id="10" creationId="{FF9F3777-8C2B-2CDD-E703-297135ABFBF0}"/>
          </ac:picMkLst>
        </pc:picChg>
        <pc:picChg chg="del">
          <ac:chgData name="Andrew Werner" userId="5f5094aa-01b6-4fe2-99e4-7991fd17c0a8" providerId="ADAL" clId="{711A6075-8C46-41DF-8D85-07FF73CF8263}" dt="2026-07-06T19:30:43.091" v="918" actId="478"/>
          <ac:picMkLst>
            <pc:docMk/>
            <pc:sldMk cId="2244478728" sldId="263"/>
            <ac:picMk id="12" creationId="{D628C597-85A9-1816-6404-C5A3DDB295E2}"/>
          </ac:picMkLst>
        </pc:picChg>
        <pc:picChg chg="del">
          <ac:chgData name="Andrew Werner" userId="5f5094aa-01b6-4fe2-99e4-7991fd17c0a8" providerId="ADAL" clId="{711A6075-8C46-41DF-8D85-07FF73CF8263}" dt="2026-07-06T19:30:43.091" v="918" actId="478"/>
          <ac:picMkLst>
            <pc:docMk/>
            <pc:sldMk cId="2244478728" sldId="263"/>
            <ac:picMk id="13" creationId="{AC48E098-0F63-AB3E-758C-B79B5F7158EC}"/>
          </ac:picMkLst>
        </pc:picChg>
      </pc:sldChg>
      <pc:sldChg chg="addSp delSp modSp add mod">
        <pc:chgData name="Andrew Werner" userId="5f5094aa-01b6-4fe2-99e4-7991fd17c0a8" providerId="ADAL" clId="{711A6075-8C46-41DF-8D85-07FF73CF8263}" dt="2026-07-06T19:37:44.022" v="1123" actId="478"/>
        <pc:sldMkLst>
          <pc:docMk/>
          <pc:sldMk cId="3541522578" sldId="264"/>
        </pc:sldMkLst>
        <pc:spChg chg="add del mod">
          <ac:chgData name="Andrew Werner" userId="5f5094aa-01b6-4fe2-99e4-7991fd17c0a8" providerId="ADAL" clId="{711A6075-8C46-41DF-8D85-07FF73CF8263}" dt="2026-07-06T19:34:33.640" v="1024" actId="21"/>
          <ac:spMkLst>
            <pc:docMk/>
            <pc:sldMk cId="3541522578" sldId="264"/>
            <ac:spMk id="4" creationId="{479BA350-B703-5ED5-BE20-53046E88A471}"/>
          </ac:spMkLst>
        </pc:spChg>
        <pc:spChg chg="add del mod">
          <ac:chgData name="Andrew Werner" userId="5f5094aa-01b6-4fe2-99e4-7991fd17c0a8" providerId="ADAL" clId="{711A6075-8C46-41DF-8D85-07FF73CF8263}" dt="2026-07-06T19:34:33.640" v="1024" actId="21"/>
          <ac:spMkLst>
            <pc:docMk/>
            <pc:sldMk cId="3541522578" sldId="264"/>
            <ac:spMk id="5" creationId="{D91780BE-B36D-6479-FD16-36548279D5A4}"/>
          </ac:spMkLst>
        </pc:spChg>
        <pc:spChg chg="add del mod">
          <ac:chgData name="Andrew Werner" userId="5f5094aa-01b6-4fe2-99e4-7991fd17c0a8" providerId="ADAL" clId="{711A6075-8C46-41DF-8D85-07FF73CF8263}" dt="2026-07-06T19:34:33.640" v="1024" actId="21"/>
          <ac:spMkLst>
            <pc:docMk/>
            <pc:sldMk cId="3541522578" sldId="264"/>
            <ac:spMk id="6" creationId="{A25245FD-BC48-D341-EF15-F19C4C322E59}"/>
          </ac:spMkLst>
        </pc:spChg>
        <pc:spChg chg="add del mod">
          <ac:chgData name="Andrew Werner" userId="5f5094aa-01b6-4fe2-99e4-7991fd17c0a8" providerId="ADAL" clId="{711A6075-8C46-41DF-8D85-07FF73CF8263}" dt="2026-07-06T19:34:33.640" v="1024" actId="21"/>
          <ac:spMkLst>
            <pc:docMk/>
            <pc:sldMk cId="3541522578" sldId="264"/>
            <ac:spMk id="7" creationId="{24A6CB52-03CE-1109-8FE9-EC52E2650E39}"/>
          </ac:spMkLst>
        </pc:spChg>
        <pc:spChg chg="add mod">
          <ac:chgData name="Andrew Werner" userId="5f5094aa-01b6-4fe2-99e4-7991fd17c0a8" providerId="ADAL" clId="{711A6075-8C46-41DF-8D85-07FF73CF8263}" dt="2026-07-06T19:35:42.355" v="1039"/>
          <ac:spMkLst>
            <pc:docMk/>
            <pc:sldMk cId="3541522578" sldId="264"/>
            <ac:spMk id="11" creationId="{397CEC03-E78C-615D-A5FE-57889B23ECDA}"/>
          </ac:spMkLst>
        </pc:spChg>
        <pc:spChg chg="del mod">
          <ac:chgData name="Andrew Werner" userId="5f5094aa-01b6-4fe2-99e4-7991fd17c0a8" providerId="ADAL" clId="{711A6075-8C46-41DF-8D85-07FF73CF8263}" dt="2026-07-06T19:34:43.371" v="1029" actId="478"/>
          <ac:spMkLst>
            <pc:docMk/>
            <pc:sldMk cId="3541522578" sldId="264"/>
            <ac:spMk id="14" creationId="{8BDBA3F3-2141-2079-859C-245027B36BFC}"/>
          </ac:spMkLst>
        </pc:spChg>
        <pc:spChg chg="add mod">
          <ac:chgData name="Andrew Werner" userId="5f5094aa-01b6-4fe2-99e4-7991fd17c0a8" providerId="ADAL" clId="{711A6075-8C46-41DF-8D85-07FF73CF8263}" dt="2026-07-06T19:36:09.773" v="1075" actId="20577"/>
          <ac:spMkLst>
            <pc:docMk/>
            <pc:sldMk cId="3541522578" sldId="264"/>
            <ac:spMk id="18" creationId="{BB2970CF-D823-9529-0AB2-620DE2DD68EF}"/>
          </ac:spMkLst>
        </pc:spChg>
        <pc:spChg chg="add mod">
          <ac:chgData name="Andrew Werner" userId="5f5094aa-01b6-4fe2-99e4-7991fd17c0a8" providerId="ADAL" clId="{711A6075-8C46-41DF-8D85-07FF73CF8263}" dt="2026-07-06T19:36:24.400" v="1094" actId="20577"/>
          <ac:spMkLst>
            <pc:docMk/>
            <pc:sldMk cId="3541522578" sldId="264"/>
            <ac:spMk id="37" creationId="{479BA350-B703-5ED5-BE20-53046E88A471}"/>
          </ac:spMkLst>
        </pc:spChg>
        <pc:spChg chg="add mod">
          <ac:chgData name="Andrew Werner" userId="5f5094aa-01b6-4fe2-99e4-7991fd17c0a8" providerId="ADAL" clId="{711A6075-8C46-41DF-8D85-07FF73CF8263}" dt="2026-07-06T19:34:39.243" v="1028"/>
          <ac:spMkLst>
            <pc:docMk/>
            <pc:sldMk cId="3541522578" sldId="264"/>
            <ac:spMk id="38" creationId="{D91780BE-B36D-6479-FD16-36548279D5A4}"/>
          </ac:spMkLst>
        </pc:spChg>
        <pc:spChg chg="add mod">
          <ac:chgData name="Andrew Werner" userId="5f5094aa-01b6-4fe2-99e4-7991fd17c0a8" providerId="ADAL" clId="{711A6075-8C46-41DF-8D85-07FF73CF8263}" dt="2026-07-06T19:34:39.243" v="1028"/>
          <ac:spMkLst>
            <pc:docMk/>
            <pc:sldMk cId="3541522578" sldId="264"/>
            <ac:spMk id="39" creationId="{A25245FD-BC48-D341-EF15-F19C4C322E59}"/>
          </ac:spMkLst>
        </pc:spChg>
        <pc:spChg chg="add mod">
          <ac:chgData name="Andrew Werner" userId="5f5094aa-01b6-4fe2-99e4-7991fd17c0a8" providerId="ADAL" clId="{711A6075-8C46-41DF-8D85-07FF73CF8263}" dt="2026-07-06T19:34:39.243" v="1028"/>
          <ac:spMkLst>
            <pc:docMk/>
            <pc:sldMk cId="3541522578" sldId="264"/>
            <ac:spMk id="40" creationId="{24A6CB52-03CE-1109-8FE9-EC52E2650E39}"/>
          </ac:spMkLst>
        </pc:spChg>
        <pc:picChg chg="add del mod ord">
          <ac:chgData name="Andrew Werner" userId="5f5094aa-01b6-4fe2-99e4-7991fd17c0a8" providerId="ADAL" clId="{711A6075-8C46-41DF-8D85-07FF73CF8263}" dt="2026-07-06T19:34:43.371" v="1029" actId="478"/>
          <ac:picMkLst>
            <pc:docMk/>
            <pc:sldMk cId="3541522578" sldId="264"/>
            <ac:picMk id="2" creationId="{9F2229F3-83BE-3310-A468-227ED1BC0648}"/>
          </ac:picMkLst>
        </pc:picChg>
        <pc:picChg chg="add del mod">
          <ac:chgData name="Andrew Werner" userId="5f5094aa-01b6-4fe2-99e4-7991fd17c0a8" providerId="ADAL" clId="{711A6075-8C46-41DF-8D85-07FF73CF8263}" dt="2026-07-06T19:36:59.273" v="1111" actId="478"/>
          <ac:picMkLst>
            <pc:docMk/>
            <pc:sldMk cId="3541522578" sldId="264"/>
            <ac:picMk id="8" creationId="{C98316AD-5BCC-6671-43E2-94D0CD74E34B}"/>
          </ac:picMkLst>
        </pc:picChg>
        <pc:picChg chg="del">
          <ac:chgData name="Andrew Werner" userId="5f5094aa-01b6-4fe2-99e4-7991fd17c0a8" providerId="ADAL" clId="{711A6075-8C46-41DF-8D85-07FF73CF8263}" dt="2026-07-06T19:34:43.371" v="1029" actId="478"/>
          <ac:picMkLst>
            <pc:docMk/>
            <pc:sldMk cId="3541522578" sldId="264"/>
            <ac:picMk id="10" creationId="{6023BE94-A53B-BF7B-43CC-3896E1B46B53}"/>
          </ac:picMkLst>
        </pc:picChg>
        <pc:picChg chg="del">
          <ac:chgData name="Andrew Werner" userId="5f5094aa-01b6-4fe2-99e4-7991fd17c0a8" providerId="ADAL" clId="{711A6075-8C46-41DF-8D85-07FF73CF8263}" dt="2026-07-06T18:45:09.328" v="649" actId="478"/>
          <ac:picMkLst>
            <pc:docMk/>
            <pc:sldMk cId="3541522578" sldId="264"/>
            <ac:picMk id="12" creationId="{A1964C1C-0C88-8B16-B153-F31876DB5581}"/>
          </ac:picMkLst>
        </pc:picChg>
        <pc:picChg chg="del">
          <ac:chgData name="Andrew Werner" userId="5f5094aa-01b6-4fe2-99e4-7991fd17c0a8" providerId="ADAL" clId="{711A6075-8C46-41DF-8D85-07FF73CF8263}" dt="2026-07-06T19:34:43.371" v="1029" actId="478"/>
          <ac:picMkLst>
            <pc:docMk/>
            <pc:sldMk cId="3541522578" sldId="264"/>
            <ac:picMk id="13" creationId="{9D65766A-C7E5-C7A6-CAD8-1671A4FBB161}"/>
          </ac:picMkLst>
        </pc:picChg>
        <pc:picChg chg="add del mod">
          <ac:chgData name="Andrew Werner" userId="5f5094aa-01b6-4fe2-99e4-7991fd17c0a8" providerId="ADAL" clId="{711A6075-8C46-41DF-8D85-07FF73CF8263}" dt="2026-07-06T19:36:59.273" v="1111" actId="478"/>
          <ac:picMkLst>
            <pc:docMk/>
            <pc:sldMk cId="3541522578" sldId="264"/>
            <ac:picMk id="16" creationId="{F7B693A5-B2BF-5328-5C92-75BBEE0D1472}"/>
          </ac:picMkLst>
        </pc:picChg>
        <pc:picChg chg="add del mod">
          <ac:chgData name="Andrew Werner" userId="5f5094aa-01b6-4fe2-99e4-7991fd17c0a8" providerId="ADAL" clId="{711A6075-8C46-41DF-8D85-07FF73CF8263}" dt="2026-07-06T19:36:59.273" v="1111" actId="478"/>
          <ac:picMkLst>
            <pc:docMk/>
            <pc:sldMk cId="3541522578" sldId="264"/>
            <ac:picMk id="17" creationId="{EE9BFE93-61F2-50DD-9C69-4767CDE652AF}"/>
          </ac:picMkLst>
        </pc:picChg>
        <pc:picChg chg="add mod">
          <ac:chgData name="Andrew Werner" userId="5f5094aa-01b6-4fe2-99e4-7991fd17c0a8" providerId="ADAL" clId="{711A6075-8C46-41DF-8D85-07FF73CF8263}" dt="2026-07-06T19:37:00.352" v="1112"/>
          <ac:picMkLst>
            <pc:docMk/>
            <pc:sldMk cId="3541522578" sldId="264"/>
            <ac:picMk id="20" creationId="{9CA69811-82D1-7581-43BD-2C3FA9EFADBF}"/>
          </ac:picMkLst>
        </pc:picChg>
        <pc:picChg chg="add del mod">
          <ac:chgData name="Andrew Werner" userId="5f5094aa-01b6-4fe2-99e4-7991fd17c0a8" providerId="ADAL" clId="{711A6075-8C46-41DF-8D85-07FF73CF8263}" dt="2026-07-06T19:37:44.022" v="1123" actId="478"/>
          <ac:picMkLst>
            <pc:docMk/>
            <pc:sldMk cId="3541522578" sldId="264"/>
            <ac:picMk id="21" creationId="{3A34CC7A-16D0-C3E2-29C9-891EDFB0535B}"/>
          </ac:picMkLst>
        </pc:picChg>
        <pc:picChg chg="add mod">
          <ac:chgData name="Andrew Werner" userId="5f5094aa-01b6-4fe2-99e4-7991fd17c0a8" providerId="ADAL" clId="{711A6075-8C46-41DF-8D85-07FF73CF8263}" dt="2026-07-06T19:37:00.352" v="1112"/>
          <ac:picMkLst>
            <pc:docMk/>
            <pc:sldMk cId="3541522578" sldId="264"/>
            <ac:picMk id="22" creationId="{5A6216B2-12F3-6B38-CA5C-E737DEF39EB1}"/>
          </ac:picMkLst>
        </pc:picChg>
        <pc:picChg chg="add mod ord">
          <ac:chgData name="Andrew Werner" userId="5f5094aa-01b6-4fe2-99e4-7991fd17c0a8" providerId="ADAL" clId="{711A6075-8C46-41DF-8D85-07FF73CF8263}" dt="2026-07-06T19:37:41.782" v="1122" actId="167"/>
          <ac:picMkLst>
            <pc:docMk/>
            <pc:sldMk cId="3541522578" sldId="264"/>
            <ac:picMk id="23" creationId="{6BD9159D-948C-0C70-DE51-3B43655D0AE9}"/>
          </ac:picMkLst>
        </pc:picChg>
        <pc:cxnChg chg="del">
          <ac:chgData name="Andrew Werner" userId="5f5094aa-01b6-4fe2-99e4-7991fd17c0a8" providerId="ADAL" clId="{711A6075-8C46-41DF-8D85-07FF73CF8263}" dt="2026-07-06T19:34:43.371" v="1029" actId="478"/>
          <ac:cxnSpMkLst>
            <pc:docMk/>
            <pc:sldMk cId="3541522578" sldId="264"/>
            <ac:cxnSpMk id="15" creationId="{63F8F309-B0DB-9C2F-60C4-D26A01B4DE4E}"/>
          </ac:cxnSpMkLst>
        </pc:cxnChg>
        <pc:cxnChg chg="add mod">
          <ac:chgData name="Andrew Werner" userId="5f5094aa-01b6-4fe2-99e4-7991fd17c0a8" providerId="ADAL" clId="{711A6075-8C46-41DF-8D85-07FF73CF8263}" dt="2026-07-06T19:35:42.355" v="1039"/>
          <ac:cxnSpMkLst>
            <pc:docMk/>
            <pc:sldMk cId="3541522578" sldId="264"/>
            <ac:cxnSpMk id="19" creationId="{95A53029-E20E-4C4C-57DE-F803D11C937A}"/>
          </ac:cxnSpMkLst>
        </pc:cxnChg>
      </pc:sldChg>
      <pc:sldChg chg="addSp delSp modSp add mod">
        <pc:chgData name="Andrew Werner" userId="5f5094aa-01b6-4fe2-99e4-7991fd17c0a8" providerId="ADAL" clId="{711A6075-8C46-41DF-8D85-07FF73CF8263}" dt="2026-07-06T19:31:49.894" v="943" actId="478"/>
        <pc:sldMkLst>
          <pc:docMk/>
          <pc:sldMk cId="755378225" sldId="265"/>
        </pc:sldMkLst>
        <pc:spChg chg="add del mod">
          <ac:chgData name="Andrew Werner" userId="5f5094aa-01b6-4fe2-99e4-7991fd17c0a8" providerId="ADAL" clId="{711A6075-8C46-41DF-8D85-07FF73CF8263}" dt="2026-07-06T19:30:56.367" v="920" actId="478"/>
          <ac:spMkLst>
            <pc:docMk/>
            <pc:sldMk cId="755378225" sldId="265"/>
            <ac:spMk id="2" creationId="{5093B1D9-1516-C015-4225-413DD7718BEE}"/>
          </ac:spMkLst>
        </pc:spChg>
        <pc:spChg chg="add del mod">
          <ac:chgData name="Andrew Werner" userId="5f5094aa-01b6-4fe2-99e4-7991fd17c0a8" providerId="ADAL" clId="{711A6075-8C46-41DF-8D85-07FF73CF8263}" dt="2026-07-06T19:30:56.367" v="920" actId="478"/>
          <ac:spMkLst>
            <pc:docMk/>
            <pc:sldMk cId="755378225" sldId="265"/>
            <ac:spMk id="4" creationId="{28E00173-A995-CA7C-C12C-F319657E3522}"/>
          </ac:spMkLst>
        </pc:spChg>
        <pc:spChg chg="add del mod">
          <ac:chgData name="Andrew Werner" userId="5f5094aa-01b6-4fe2-99e4-7991fd17c0a8" providerId="ADAL" clId="{711A6075-8C46-41DF-8D85-07FF73CF8263}" dt="2026-07-06T19:31:30.928" v="938" actId="478"/>
          <ac:spMkLst>
            <pc:docMk/>
            <pc:sldMk cId="755378225" sldId="265"/>
            <ac:spMk id="5" creationId="{64332EDF-5421-C593-0A13-64DC6923E673}"/>
          </ac:spMkLst>
        </pc:spChg>
        <pc:spChg chg="add mod">
          <ac:chgData name="Andrew Werner" userId="5f5094aa-01b6-4fe2-99e4-7991fd17c0a8" providerId="ADAL" clId="{711A6075-8C46-41DF-8D85-07FF73CF8263}" dt="2026-07-06T19:31:16.110" v="935" actId="207"/>
          <ac:spMkLst>
            <pc:docMk/>
            <pc:sldMk cId="755378225" sldId="265"/>
            <ac:spMk id="7" creationId="{79D0844C-7583-27B6-DCC7-C49E7AC29A97}"/>
          </ac:spMkLst>
        </pc:spChg>
        <pc:picChg chg="add del mod">
          <ac:chgData name="Andrew Werner" userId="5f5094aa-01b6-4fe2-99e4-7991fd17c0a8" providerId="ADAL" clId="{711A6075-8C46-41DF-8D85-07FF73CF8263}" dt="2026-07-06T19:31:49.894" v="943" actId="478"/>
          <ac:picMkLst>
            <pc:docMk/>
            <pc:sldMk cId="755378225" sldId="265"/>
            <ac:picMk id="8" creationId="{F971064E-BE78-1D44-5F62-3A959C7ACE56}"/>
          </ac:picMkLst>
        </pc:picChg>
        <pc:picChg chg="add mod">
          <ac:chgData name="Andrew Werner" userId="5f5094aa-01b6-4fe2-99e4-7991fd17c0a8" providerId="ADAL" clId="{711A6075-8C46-41DF-8D85-07FF73CF8263}" dt="2026-07-06T19:31:28.370" v="937" actId="1076"/>
          <ac:picMkLst>
            <pc:docMk/>
            <pc:sldMk cId="755378225" sldId="265"/>
            <ac:picMk id="10" creationId="{CCD94FAE-D2F8-1091-2B7A-E15807923252}"/>
          </ac:picMkLst>
        </pc:picChg>
        <pc:picChg chg="add mod">
          <ac:chgData name="Andrew Werner" userId="5f5094aa-01b6-4fe2-99e4-7991fd17c0a8" providerId="ADAL" clId="{711A6075-8C46-41DF-8D85-07FF73CF8263}" dt="2026-07-06T19:31:28.370" v="937" actId="1076"/>
          <ac:picMkLst>
            <pc:docMk/>
            <pc:sldMk cId="755378225" sldId="265"/>
            <ac:picMk id="11" creationId="{5D642F7E-ADF6-EA8B-07FF-881BB82DB384}"/>
          </ac:picMkLst>
        </pc:picChg>
        <pc:picChg chg="add mod ord">
          <ac:chgData name="Andrew Werner" userId="5f5094aa-01b6-4fe2-99e4-7991fd17c0a8" providerId="ADAL" clId="{711A6075-8C46-41DF-8D85-07FF73CF8263}" dt="2026-07-06T19:31:48.366" v="942" actId="167"/>
          <ac:picMkLst>
            <pc:docMk/>
            <pc:sldMk cId="755378225" sldId="265"/>
            <ac:picMk id="12" creationId="{FFB4D063-7AAC-9B23-53C5-1A8070377703}"/>
          </ac:picMkLst>
        </pc:picChg>
        <pc:cxnChg chg="add del mod">
          <ac:chgData name="Andrew Werner" userId="5f5094aa-01b6-4fe2-99e4-7991fd17c0a8" providerId="ADAL" clId="{711A6075-8C46-41DF-8D85-07FF73CF8263}" dt="2026-07-06T19:30:56.367" v="920" actId="478"/>
          <ac:cxnSpMkLst>
            <pc:docMk/>
            <pc:sldMk cId="755378225" sldId="265"/>
            <ac:cxnSpMk id="6" creationId="{8C560D44-0A51-6FCB-98F0-5908AED47E68}"/>
          </ac:cxnSpMkLst>
        </pc:cxnChg>
      </pc:sldChg>
      <pc:sldChg chg="addSp delSp modSp add mod">
        <pc:chgData name="Andrew Werner" userId="5f5094aa-01b6-4fe2-99e4-7991fd17c0a8" providerId="ADAL" clId="{711A6075-8C46-41DF-8D85-07FF73CF8263}" dt="2026-07-06T19:38:00.843" v="1127" actId="20577"/>
        <pc:sldMkLst>
          <pc:docMk/>
          <pc:sldMk cId="3617982999" sldId="266"/>
        </pc:sldMkLst>
        <pc:spChg chg="add mod">
          <ac:chgData name="Andrew Werner" userId="5f5094aa-01b6-4fe2-99e4-7991fd17c0a8" providerId="ADAL" clId="{711A6075-8C46-41DF-8D85-07FF73CF8263}" dt="2026-07-06T19:32:15.082" v="948" actId="1076"/>
          <ac:spMkLst>
            <pc:docMk/>
            <pc:sldMk cId="3617982999" sldId="266"/>
            <ac:spMk id="6" creationId="{CAB80E0F-3FF6-8834-4268-15F343AA5F33}"/>
          </ac:spMkLst>
        </pc:spChg>
        <pc:spChg chg="add mod">
          <ac:chgData name="Andrew Werner" userId="5f5094aa-01b6-4fe2-99e4-7991fd17c0a8" providerId="ADAL" clId="{711A6075-8C46-41DF-8D85-07FF73CF8263}" dt="2026-07-06T19:32:15.082" v="948" actId="1076"/>
          <ac:spMkLst>
            <pc:docMk/>
            <pc:sldMk cId="3617982999" sldId="266"/>
            <ac:spMk id="8" creationId="{A2449DBC-C417-60F2-69B8-AB3A693AD4B4}"/>
          </ac:spMkLst>
        </pc:spChg>
        <pc:spChg chg="add mod">
          <ac:chgData name="Andrew Werner" userId="5f5094aa-01b6-4fe2-99e4-7991fd17c0a8" providerId="ADAL" clId="{711A6075-8C46-41DF-8D85-07FF73CF8263}" dt="2026-07-06T19:38:00.843" v="1127" actId="20577"/>
          <ac:spMkLst>
            <pc:docMk/>
            <pc:sldMk cId="3617982999" sldId="266"/>
            <ac:spMk id="13" creationId="{5F4AA1ED-7E5D-BB54-3712-6B6CE602166F}"/>
          </ac:spMkLst>
        </pc:spChg>
        <pc:spChg chg="add mod">
          <ac:chgData name="Andrew Werner" userId="5f5094aa-01b6-4fe2-99e4-7991fd17c0a8" providerId="ADAL" clId="{711A6075-8C46-41DF-8D85-07FF73CF8263}" dt="2026-07-06T19:32:15.082" v="948" actId="1076"/>
          <ac:spMkLst>
            <pc:docMk/>
            <pc:sldMk cId="3617982999" sldId="266"/>
            <ac:spMk id="15" creationId="{0C3B64E3-51D7-3CB3-A949-588FE4394EA7}"/>
          </ac:spMkLst>
        </pc:spChg>
        <pc:spChg chg="add mod">
          <ac:chgData name="Andrew Werner" userId="5f5094aa-01b6-4fe2-99e4-7991fd17c0a8" providerId="ADAL" clId="{711A6075-8C46-41DF-8D85-07FF73CF8263}" dt="2026-07-06T19:32:15.082" v="948" actId="1076"/>
          <ac:spMkLst>
            <pc:docMk/>
            <pc:sldMk cId="3617982999" sldId="266"/>
            <ac:spMk id="16" creationId="{35B04B8A-B2C7-BE00-7B13-E64218D67CB8}"/>
          </ac:spMkLst>
        </pc:spChg>
        <pc:picChg chg="add mod ord">
          <ac:chgData name="Andrew Werner" userId="5f5094aa-01b6-4fe2-99e4-7991fd17c0a8" providerId="ADAL" clId="{711A6075-8C46-41DF-8D85-07FF73CF8263}" dt="2026-07-06T19:32:18.628" v="949" actId="167"/>
          <ac:picMkLst>
            <pc:docMk/>
            <pc:sldMk cId="3617982999" sldId="266"/>
            <ac:picMk id="2" creationId="{115EF468-73D0-DC5B-B67C-DF653DB01590}"/>
          </ac:picMkLst>
        </pc:picChg>
        <pc:picChg chg="add del mod">
          <ac:chgData name="Andrew Werner" userId="5f5094aa-01b6-4fe2-99e4-7991fd17c0a8" providerId="ADAL" clId="{711A6075-8C46-41DF-8D85-07FF73CF8263}" dt="2026-07-06T19:32:21.643" v="950" actId="478"/>
          <ac:picMkLst>
            <pc:docMk/>
            <pc:sldMk cId="3617982999" sldId="266"/>
            <ac:picMk id="4" creationId="{723E5748-6E1C-D269-D18E-18D05F8A7236}"/>
          </ac:picMkLst>
        </pc:picChg>
        <pc:picChg chg="add del mod">
          <ac:chgData name="Andrew Werner" userId="5f5094aa-01b6-4fe2-99e4-7991fd17c0a8" providerId="ADAL" clId="{711A6075-8C46-41DF-8D85-07FF73CF8263}" dt="2026-07-06T19:32:21.643" v="950" actId="478"/>
          <ac:picMkLst>
            <pc:docMk/>
            <pc:sldMk cId="3617982999" sldId="266"/>
            <ac:picMk id="5" creationId="{919168D5-CBD6-7CA7-CF78-BB3C462BFF55}"/>
          </ac:picMkLst>
        </pc:picChg>
        <pc:picChg chg="del">
          <ac:chgData name="Andrew Werner" userId="5f5094aa-01b6-4fe2-99e4-7991fd17c0a8" providerId="ADAL" clId="{711A6075-8C46-41DF-8D85-07FF73CF8263}" dt="2026-07-06T19:32:21.643" v="950" actId="478"/>
          <ac:picMkLst>
            <pc:docMk/>
            <pc:sldMk cId="3617982999" sldId="266"/>
            <ac:picMk id="12" creationId="{32344585-54AF-1DEE-D211-649EFE07A3F8}"/>
          </ac:picMkLst>
        </pc:picChg>
        <pc:cxnChg chg="add mod">
          <ac:chgData name="Andrew Werner" userId="5f5094aa-01b6-4fe2-99e4-7991fd17c0a8" providerId="ADAL" clId="{711A6075-8C46-41DF-8D85-07FF73CF8263}" dt="2026-07-06T19:32:15.082" v="948" actId="1076"/>
          <ac:cxnSpMkLst>
            <pc:docMk/>
            <pc:sldMk cId="3617982999" sldId="266"/>
            <ac:cxnSpMk id="14" creationId="{B745246E-DC12-0BD4-FED4-48063754D554}"/>
          </ac:cxnSpMkLst>
        </pc:cxnChg>
      </pc:sldChg>
      <pc:sldChg chg="add del">
        <pc:chgData name="Andrew Werner" userId="5f5094aa-01b6-4fe2-99e4-7991fd17c0a8" providerId="ADAL" clId="{711A6075-8C46-41DF-8D85-07FF73CF8263}" dt="2026-07-06T19:33:33.333" v="998" actId="47"/>
        <pc:sldMkLst>
          <pc:docMk/>
          <pc:sldMk cId="494926294" sldId="267"/>
        </pc:sldMkLst>
      </pc:sldChg>
      <pc:sldChg chg="addSp delSp modSp add mod">
        <pc:chgData name="Andrew Werner" userId="5f5094aa-01b6-4fe2-99e4-7991fd17c0a8" providerId="ADAL" clId="{711A6075-8C46-41DF-8D85-07FF73CF8263}" dt="2026-07-06T19:38:04.371" v="1129" actId="20577"/>
        <pc:sldMkLst>
          <pc:docMk/>
          <pc:sldMk cId="2302073787" sldId="268"/>
        </pc:sldMkLst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4" creationId="{7A53876F-2902-43D3-CFB2-3091F4DCDA5B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5" creationId="{BF6B867F-C5A9-2CC1-2D05-13C5AB0D45C2}"/>
          </ac:spMkLst>
        </pc:spChg>
        <pc:spChg chg="mod">
          <ac:chgData name="Andrew Werner" userId="5f5094aa-01b6-4fe2-99e4-7991fd17c0a8" providerId="ADAL" clId="{711A6075-8C46-41DF-8D85-07FF73CF8263}" dt="2026-07-06T19:34:02.086" v="1016" actId="20577"/>
          <ac:spMkLst>
            <pc:docMk/>
            <pc:sldMk cId="2302073787" sldId="268"/>
            <ac:spMk id="8" creationId="{2221CAB4-795B-CA69-EA7E-BB1A84B45220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12" creationId="{51838EA2-DB81-C8B8-56CE-2A7F977F4BEF}"/>
          </ac:spMkLst>
        </pc:spChg>
        <pc:spChg chg="mod">
          <ac:chgData name="Andrew Werner" userId="5f5094aa-01b6-4fe2-99e4-7991fd17c0a8" providerId="ADAL" clId="{711A6075-8C46-41DF-8D85-07FF73CF8263}" dt="2026-07-06T19:38:04.371" v="1129" actId="20577"/>
          <ac:spMkLst>
            <pc:docMk/>
            <pc:sldMk cId="2302073787" sldId="268"/>
            <ac:spMk id="13" creationId="{235A0E9C-66C2-C47F-EF6E-2FFC275F2C49}"/>
          </ac:spMkLst>
        </pc:spChg>
        <pc:spChg chg="mod">
          <ac:chgData name="Andrew Werner" userId="5f5094aa-01b6-4fe2-99e4-7991fd17c0a8" providerId="ADAL" clId="{711A6075-8C46-41DF-8D85-07FF73CF8263}" dt="2026-07-06T19:33:15.403" v="987" actId="108"/>
          <ac:spMkLst>
            <pc:docMk/>
            <pc:sldMk cId="2302073787" sldId="268"/>
            <ac:spMk id="15" creationId="{1FDBF6C6-68B2-C9EE-E230-9F65EE3CE07D}"/>
          </ac:spMkLst>
        </pc:spChg>
        <pc:spChg chg="mod">
          <ac:chgData name="Andrew Werner" userId="5f5094aa-01b6-4fe2-99e4-7991fd17c0a8" providerId="ADAL" clId="{711A6075-8C46-41DF-8D85-07FF73CF8263}" dt="2026-07-06T19:33:21.406" v="988" actId="108"/>
          <ac:spMkLst>
            <pc:docMk/>
            <pc:sldMk cId="2302073787" sldId="268"/>
            <ac:spMk id="16" creationId="{055FAB04-F2BC-5EE1-3C4B-0004612BEC05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17" creationId="{5D8B43E3-1A7B-ED5A-38E2-6C009A2F509C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18" creationId="{F0975161-3849-2578-9FAC-E41E02CEA491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19" creationId="{8EDE7D7C-3BAE-3F31-0162-D6B3A35B9F86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20" creationId="{8EA28614-791A-E0EE-9387-A5EDE17FFAFA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22" creationId="{73D401D0-722A-3C7C-077C-CF00832FC3B7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23" creationId="{3D91A50D-4953-7B5D-C14E-A433FEE171E2}"/>
          </ac:spMkLst>
        </pc:spChg>
        <pc:spChg chg="add del mod">
          <ac:chgData name="Andrew Werner" userId="5f5094aa-01b6-4fe2-99e4-7991fd17c0a8" providerId="ADAL" clId="{711A6075-8C46-41DF-8D85-07FF73CF8263}" dt="2026-07-06T19:34:22.180" v="1021" actId="21"/>
          <ac:spMkLst>
            <pc:docMk/>
            <pc:sldMk cId="2302073787" sldId="268"/>
            <ac:spMk id="24" creationId="{62C0DDFF-5126-7B21-3968-38FC44A20A23}"/>
          </ac:spMkLst>
        </pc:spChg>
      </pc:sldChg>
      <pc:sldChg chg="addSp delSp modSp add mod">
        <pc:chgData name="Andrew Werner" userId="5f5094aa-01b6-4fe2-99e4-7991fd17c0a8" providerId="ADAL" clId="{711A6075-8C46-41DF-8D85-07FF73CF8263}" dt="2026-07-06T19:47:34.520" v="1192" actId="255"/>
        <pc:sldMkLst>
          <pc:docMk/>
          <pc:sldMk cId="991552889" sldId="269"/>
        </pc:sldMkLst>
        <pc:spChg chg="add mod">
          <ac:chgData name="Andrew Werner" userId="5f5094aa-01b6-4fe2-99e4-7991fd17c0a8" providerId="ADAL" clId="{711A6075-8C46-41DF-8D85-07FF73CF8263}" dt="2026-07-06T19:35:43.356" v="1040"/>
          <ac:spMkLst>
            <pc:docMk/>
            <pc:sldMk cId="991552889" sldId="269"/>
            <ac:spMk id="4" creationId="{BD8348F5-53B1-2BE8-D3CE-2705AA33CFCC}"/>
          </ac:spMkLst>
        </pc:spChg>
        <pc:spChg chg="add mod">
          <ac:chgData name="Andrew Werner" userId="5f5094aa-01b6-4fe2-99e4-7991fd17c0a8" providerId="ADAL" clId="{711A6075-8C46-41DF-8D85-07FF73CF8263}" dt="2026-07-06T19:36:13.307" v="1083" actId="20577"/>
          <ac:spMkLst>
            <pc:docMk/>
            <pc:sldMk cId="991552889" sldId="269"/>
            <ac:spMk id="7" creationId="{42CF5A19-B6D0-A19E-5527-C8B8087665B6}"/>
          </ac:spMkLst>
        </pc:spChg>
        <pc:spChg chg="mod">
          <ac:chgData name="Andrew Werner" userId="5f5094aa-01b6-4fe2-99e4-7991fd17c0a8" providerId="ADAL" clId="{711A6075-8C46-41DF-8D85-07FF73CF8263}" dt="2026-07-06T19:36:32.793" v="1105" actId="20577"/>
          <ac:spMkLst>
            <pc:docMk/>
            <pc:sldMk cId="991552889" sldId="269"/>
            <ac:spMk id="37" creationId="{DA1E30F5-EFA6-095F-9D37-86E5035A14C8}"/>
          </ac:spMkLst>
        </pc:spChg>
        <pc:spChg chg="mod">
          <ac:chgData name="Andrew Werner" userId="5f5094aa-01b6-4fe2-99e4-7991fd17c0a8" providerId="ADAL" clId="{711A6075-8C46-41DF-8D85-07FF73CF8263}" dt="2026-07-06T19:47:34.520" v="1192" actId="255"/>
          <ac:spMkLst>
            <pc:docMk/>
            <pc:sldMk cId="991552889" sldId="269"/>
            <ac:spMk id="38" creationId="{7029762E-701E-81C9-B3C3-4BF711E8C480}"/>
          </ac:spMkLst>
        </pc:spChg>
        <pc:spChg chg="mod">
          <ac:chgData name="Andrew Werner" userId="5f5094aa-01b6-4fe2-99e4-7991fd17c0a8" providerId="ADAL" clId="{711A6075-8C46-41DF-8D85-07FF73CF8263}" dt="2026-07-06T19:34:52.976" v="1032" actId="108"/>
          <ac:spMkLst>
            <pc:docMk/>
            <pc:sldMk cId="991552889" sldId="269"/>
            <ac:spMk id="39" creationId="{26193757-A8BC-8F46-68B7-1C35610E2774}"/>
          </ac:spMkLst>
        </pc:spChg>
        <pc:spChg chg="mod">
          <ac:chgData name="Andrew Werner" userId="5f5094aa-01b6-4fe2-99e4-7991fd17c0a8" providerId="ADAL" clId="{711A6075-8C46-41DF-8D85-07FF73CF8263}" dt="2026-07-06T19:34:48.316" v="1031" actId="108"/>
          <ac:spMkLst>
            <pc:docMk/>
            <pc:sldMk cId="991552889" sldId="269"/>
            <ac:spMk id="40" creationId="{84BEC576-078B-E7FD-CD02-F50666CDE7C4}"/>
          </ac:spMkLst>
        </pc:spChg>
        <pc:picChg chg="add del mod">
          <ac:chgData name="Andrew Werner" userId="5f5094aa-01b6-4fe2-99e4-7991fd17c0a8" providerId="ADAL" clId="{711A6075-8C46-41DF-8D85-07FF73CF8263}" dt="2026-07-06T19:37:03.184" v="1113" actId="478"/>
          <ac:picMkLst>
            <pc:docMk/>
            <pc:sldMk cId="991552889" sldId="269"/>
            <ac:picMk id="2" creationId="{E5EB7DE4-04CC-CB57-B02D-5C8BC63D0D39}"/>
          </ac:picMkLst>
        </pc:picChg>
        <pc:picChg chg="add del mod">
          <ac:chgData name="Andrew Werner" userId="5f5094aa-01b6-4fe2-99e4-7991fd17c0a8" providerId="ADAL" clId="{711A6075-8C46-41DF-8D85-07FF73CF8263}" dt="2026-07-06T19:37:03.184" v="1113" actId="478"/>
          <ac:picMkLst>
            <pc:docMk/>
            <pc:sldMk cId="991552889" sldId="269"/>
            <ac:picMk id="5" creationId="{B0C894DB-34F5-5497-1AFB-EB38B5052234}"/>
          </ac:picMkLst>
        </pc:picChg>
        <pc:picChg chg="add del mod">
          <ac:chgData name="Andrew Werner" userId="5f5094aa-01b6-4fe2-99e4-7991fd17c0a8" providerId="ADAL" clId="{711A6075-8C46-41DF-8D85-07FF73CF8263}" dt="2026-07-06T19:37:03.184" v="1113" actId="478"/>
          <ac:picMkLst>
            <pc:docMk/>
            <pc:sldMk cId="991552889" sldId="269"/>
            <ac:picMk id="6" creationId="{F019816D-F344-941D-210E-D75D415E8BB8}"/>
          </ac:picMkLst>
        </pc:picChg>
        <pc:picChg chg="add mod">
          <ac:chgData name="Andrew Werner" userId="5f5094aa-01b6-4fe2-99e4-7991fd17c0a8" providerId="ADAL" clId="{711A6075-8C46-41DF-8D85-07FF73CF8263}" dt="2026-07-06T19:37:03.508" v="1114"/>
          <ac:picMkLst>
            <pc:docMk/>
            <pc:sldMk cId="991552889" sldId="269"/>
            <ac:picMk id="10" creationId="{D9FE7D73-5387-E8D3-AB23-D86F52E0C530}"/>
          </ac:picMkLst>
        </pc:picChg>
        <pc:picChg chg="add del mod">
          <ac:chgData name="Andrew Werner" userId="5f5094aa-01b6-4fe2-99e4-7991fd17c0a8" providerId="ADAL" clId="{711A6075-8C46-41DF-8D85-07FF73CF8263}" dt="2026-07-06T19:37:48.139" v="1124" actId="478"/>
          <ac:picMkLst>
            <pc:docMk/>
            <pc:sldMk cId="991552889" sldId="269"/>
            <ac:picMk id="11" creationId="{5819F7CF-D46C-E320-D349-7F0EA41660E8}"/>
          </ac:picMkLst>
        </pc:picChg>
        <pc:picChg chg="add mod">
          <ac:chgData name="Andrew Werner" userId="5f5094aa-01b6-4fe2-99e4-7991fd17c0a8" providerId="ADAL" clId="{711A6075-8C46-41DF-8D85-07FF73CF8263}" dt="2026-07-06T19:37:03.508" v="1114"/>
          <ac:picMkLst>
            <pc:docMk/>
            <pc:sldMk cId="991552889" sldId="269"/>
            <ac:picMk id="12" creationId="{5563B7D5-296C-3593-01AC-3D807F80D080}"/>
          </ac:picMkLst>
        </pc:picChg>
        <pc:picChg chg="add mod">
          <ac:chgData name="Andrew Werner" userId="5f5094aa-01b6-4fe2-99e4-7991fd17c0a8" providerId="ADAL" clId="{711A6075-8C46-41DF-8D85-07FF73CF8263}" dt="2026-07-06T19:37:48.440" v="1125"/>
          <ac:picMkLst>
            <pc:docMk/>
            <pc:sldMk cId="991552889" sldId="269"/>
            <ac:picMk id="13" creationId="{7F0E8482-9FC6-AB83-4669-8C42A96E92E2}"/>
          </ac:picMkLst>
        </pc:picChg>
        <pc:cxnChg chg="add mod">
          <ac:chgData name="Andrew Werner" userId="5f5094aa-01b6-4fe2-99e4-7991fd17c0a8" providerId="ADAL" clId="{711A6075-8C46-41DF-8D85-07FF73CF8263}" dt="2026-07-06T19:35:43.356" v="1040"/>
          <ac:cxnSpMkLst>
            <pc:docMk/>
            <pc:sldMk cId="991552889" sldId="269"/>
            <ac:cxnSpMk id="8" creationId="{3D2D8B94-49A7-A18E-B093-F608EAF7F44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0EB03-73BF-4AE2-9B03-7B8F3BD41BB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8F2D6-5AB8-42E5-917A-8FB704D3E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96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8F2D6-5AB8-42E5-917A-8FB704D3EA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CE18-9C7F-F085-830A-052AEE958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55A2E-7741-E8E9-67C4-74BBC25D3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F7215-127E-4A19-12A0-208F3237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64F3D-16F6-54F2-044D-B059F8F9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30332-B80B-D000-6DEB-36C2233C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66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F85E-C8E7-89D4-A85D-1215F23D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9EBBA-B55A-3697-7BED-E79CF0D9C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5312-5444-8F6C-41F7-817E7C3C9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FC1A0-F27C-825C-B7C8-D5C46C77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AC37E-B239-E8CF-899D-B68E1FF9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4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7D26-25EF-D2A6-BD27-397EA6C96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7639A-46BE-E7DE-774E-7968BFBA2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42288-E491-22B0-10F1-78A1B70D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CB0A-73A3-D1C4-2667-EF79ED90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A8D6-7EF7-6D40-6166-E7E19687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8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D08C-9AC4-57B9-9908-B4F4EF14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4D4D5-D927-52C7-AC10-54CE77347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0240A-B495-0C20-AA7C-687776648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1E43D-4B8C-B10E-52A1-16B2A9A1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3C655-B02B-7721-2842-7F28EF79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F1ED3-6D3A-DB23-9F5B-F085B825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81BE-D7EF-125D-91F3-9313B4DE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4F217-6BDD-3D12-66A1-620C42250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F38CE-5CF0-FF6A-9EBE-A53F314DB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5746F-0D19-07A9-BFB3-203F857B4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FFEB3-1780-8918-082C-944616921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15E7B-3C17-B8D7-398B-1B18E110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24130-A240-AE09-B6F9-01A0F65D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3A7278-1F77-5452-DBE7-3F5F7762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0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BCF9B-E611-3012-0F56-E88AC5BE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B48A8-2572-F8B2-970C-D9B45327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5BD77-1E0D-1FC5-9D16-9E33D46D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CFE12-9480-7AE5-3F5D-262FAE51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46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61779-6634-1284-C546-CEAB1C88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0D3208-F159-F9E8-8C33-B6726439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160E8-3CB6-32F2-CDEE-E130EB0F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1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8C33-B06F-33B9-5A03-2794932F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D30AC-BF0E-F9A0-607B-0AE9585C5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F775A-9445-9426-C401-A0BBB8025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521C7-1DE8-6060-F279-B55F3E1B4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4D2E3-FF71-FBBF-42AF-6B213AA6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2372F-A0A5-F5D6-62DB-6E266918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8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A43E-C07F-1BD2-6DB6-3008EDB7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D352F-F1C2-1EE6-4A5C-40A6FD3A6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C2D10-A027-282B-66B0-29B2A502B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E784B-A14C-8C35-899F-AA9AD5A9D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357AF-5D5A-BCEE-DABB-315CDBBB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FDA02-A8ED-0D79-12B6-4267AD1A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78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6299-CEE7-E707-D255-9F61A4FC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77EDB-432D-4807-0478-B69BF4370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4F94E-9E28-975F-8CD7-0AECEBC1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0E64-839D-81D0-980E-FAB87A2D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6509-4A74-D39E-7E8D-CE72163B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9C3384-30E5-42EE-D3BD-693713826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900FC-67FC-691A-0505-4AC4DB5BD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3ED3C-AC46-DE5F-EFB6-28FC796B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91614-BDF7-2647-9A0C-E02EC1C1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708B1-DF61-7E31-F29F-B5F2F2D2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71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2B4CF-0413-2319-17CE-4320A9D04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E0CD5-FF91-C659-D2C2-5D9421080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53EF2-B567-4246-4754-EFD5ADF8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B2E11-1D63-4D9C-B7DD-D3DD048F145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E23D6-E6DD-7858-9D50-34430BB21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4C6FB-B66F-729A-20CC-3CA46E7F8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631F1-A8DC-48BB-BF3C-C1469A76E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4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14E2-A103-B0B3-6A8C-9A983CF3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BDA326-8412-AEAF-7122-B97B850041F9}"/>
              </a:ext>
            </a:extLst>
          </p:cNvPr>
          <p:cNvSpPr/>
          <p:nvPr/>
        </p:nvSpPr>
        <p:spPr>
          <a:xfrm>
            <a:off x="5130801" y="793687"/>
            <a:ext cx="1930396" cy="15246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Main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B741C3-94F4-2C41-2FF6-A7DE58B438EB}"/>
              </a:ext>
            </a:extLst>
          </p:cNvPr>
          <p:cNvSpPr/>
          <p:nvPr/>
        </p:nvSpPr>
        <p:spPr>
          <a:xfrm>
            <a:off x="5130801" y="2476438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 O M O D O R 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5AFC47-0A26-73BC-97D3-56289871B8E5}"/>
              </a:ext>
            </a:extLst>
          </p:cNvPr>
          <p:cNvSpPr/>
          <p:nvPr/>
        </p:nvSpPr>
        <p:spPr>
          <a:xfrm>
            <a:off x="5130801" y="3231458"/>
            <a:ext cx="1930396" cy="3049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Icons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1CF7FD-DB6E-243B-CEA4-F701C73B8E36}"/>
              </a:ext>
            </a:extLst>
          </p:cNvPr>
          <p:cNvCxnSpPr/>
          <p:nvPr/>
        </p:nvCxnSpPr>
        <p:spPr>
          <a:xfrm>
            <a:off x="5216950" y="3590681"/>
            <a:ext cx="17581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E670D-6A0C-AB5F-BC3D-42BBC719E74F}"/>
              </a:ext>
            </a:extLst>
          </p:cNvPr>
          <p:cNvSpPr/>
          <p:nvPr/>
        </p:nvSpPr>
        <p:spPr>
          <a:xfrm>
            <a:off x="5130801" y="3666664"/>
            <a:ext cx="1930396" cy="3049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Icon Name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8503A7-7B63-0527-15EE-FD40DDA081D9}"/>
              </a:ext>
            </a:extLst>
          </p:cNvPr>
          <p:cNvSpPr/>
          <p:nvPr/>
        </p:nvSpPr>
        <p:spPr>
          <a:xfrm>
            <a:off x="4464316" y="4047569"/>
            <a:ext cx="3263366" cy="3049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Icon Subtitle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F0BF4B-3C15-9687-CA05-B844D08C3C48}"/>
              </a:ext>
            </a:extLst>
          </p:cNvPr>
          <p:cNvSpPr/>
          <p:nvPr/>
        </p:nvSpPr>
        <p:spPr>
          <a:xfrm>
            <a:off x="4432298" y="4437450"/>
            <a:ext cx="3327402" cy="16268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Icon Details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ACC160-4320-3171-AFAD-A78C3E1D1FEF}"/>
              </a:ext>
            </a:extLst>
          </p:cNvPr>
          <p:cNvSpPr/>
          <p:nvPr/>
        </p:nvSpPr>
        <p:spPr>
          <a:xfrm>
            <a:off x="4972321" y="6219580"/>
            <a:ext cx="775125" cy="31143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Button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EC49C7-7CEA-B110-8263-C0161B7A3711}"/>
              </a:ext>
            </a:extLst>
          </p:cNvPr>
          <p:cNvSpPr/>
          <p:nvPr/>
        </p:nvSpPr>
        <p:spPr>
          <a:xfrm>
            <a:off x="6444556" y="6219580"/>
            <a:ext cx="775125" cy="31143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Button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499FA1-4C6A-10B4-F29F-DD6839E03E4F}"/>
              </a:ext>
            </a:extLst>
          </p:cNvPr>
          <p:cNvSpPr/>
          <p:nvPr/>
        </p:nvSpPr>
        <p:spPr>
          <a:xfrm>
            <a:off x="5130801" y="2878013"/>
            <a:ext cx="1930396" cy="3049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2035897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E0A8-56BE-4027-B062-848D51717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95A685-959A-7DB4-77B4-4C27B2766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92" y="793687"/>
            <a:ext cx="1524615" cy="1524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EE54F8-4822-D6E4-545C-1EAD07A592B2}"/>
              </a:ext>
            </a:extLst>
          </p:cNvPr>
          <p:cNvSpPr/>
          <p:nvPr/>
        </p:nvSpPr>
        <p:spPr>
          <a:xfrm>
            <a:off x="5130801" y="2476438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 O M O D O R O</a:t>
            </a:r>
          </a:p>
        </p:txBody>
      </p:sp>
    </p:spTree>
    <p:extLst>
      <p:ext uri="{BB962C8B-B14F-4D97-AF65-F5344CB8AC3E}">
        <p14:creationId xmlns:p14="http://schemas.microsoft.com/office/powerpoint/2010/main" val="224447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9C204-71C4-F510-A95A-810CD05B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FB4D063-7AAC-9B23-53C5-1A8070377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422" y="3231458"/>
            <a:ext cx="304923" cy="304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E1DD2A-B301-3F1E-AAE2-532497D5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92" y="793687"/>
            <a:ext cx="1524615" cy="1524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DF9B75-96A3-25C6-6FFB-E163FB763AC7}"/>
              </a:ext>
            </a:extLst>
          </p:cNvPr>
          <p:cNvSpPr/>
          <p:nvPr/>
        </p:nvSpPr>
        <p:spPr>
          <a:xfrm>
            <a:off x="5130801" y="2476438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 O M O D O R 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0844C-7583-27B6-DCC7-C49E7AC29A97}"/>
              </a:ext>
            </a:extLst>
          </p:cNvPr>
          <p:cNvSpPr/>
          <p:nvPr/>
        </p:nvSpPr>
        <p:spPr>
          <a:xfrm>
            <a:off x="5130801" y="2878013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00:00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D94FAE-D2F8-1091-2B7A-E15807923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00" y="3231458"/>
            <a:ext cx="304923" cy="304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642F7E-ADF6-EA8B-07FF-881BB82DB3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12" y="3231458"/>
            <a:ext cx="304923" cy="30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78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05D98-BEB4-A293-9E99-39F09408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5EF468-73D0-DC5B-B67C-DF653DB01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424" y="3231458"/>
            <a:ext cx="304923" cy="304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1728EA-D7DC-4CC3-33FC-A83A6CF02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92" y="793687"/>
            <a:ext cx="1524615" cy="1524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7AB109-2822-941A-1366-D967C271D37F}"/>
              </a:ext>
            </a:extLst>
          </p:cNvPr>
          <p:cNvSpPr/>
          <p:nvPr/>
        </p:nvSpPr>
        <p:spPr>
          <a:xfrm>
            <a:off x="5130801" y="2476438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 O M O D O R 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211A89-6026-4C7D-50E7-78A2C901AC48}"/>
              </a:ext>
            </a:extLst>
          </p:cNvPr>
          <p:cNvSpPr/>
          <p:nvPr/>
        </p:nvSpPr>
        <p:spPr>
          <a:xfrm>
            <a:off x="5130801" y="2878013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00:00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D6B7A5-7427-5704-35BD-939FA3725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00" y="3231458"/>
            <a:ext cx="304923" cy="304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59D5E8-38FE-CF2E-1BD3-4C92A53D58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12" y="3231458"/>
            <a:ext cx="304923" cy="3049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B80E0F-3FF6-8834-4268-15F343AA5F33}"/>
              </a:ext>
            </a:extLst>
          </p:cNvPr>
          <p:cNvSpPr/>
          <p:nvPr/>
        </p:nvSpPr>
        <p:spPr>
          <a:xfrm>
            <a:off x="5130802" y="3796945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Tasks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449DBC-C417-60F2-69B8-AB3A693AD4B4}"/>
              </a:ext>
            </a:extLst>
          </p:cNvPr>
          <p:cNvSpPr/>
          <p:nvPr/>
        </p:nvSpPr>
        <p:spPr>
          <a:xfrm>
            <a:off x="4432299" y="4107541"/>
            <a:ext cx="33274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What are you working on?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4AA1ED-7E5D-BB54-3712-6B6CE602166F}"/>
              </a:ext>
            </a:extLst>
          </p:cNvPr>
          <p:cNvSpPr/>
          <p:nvPr/>
        </p:nvSpPr>
        <p:spPr>
          <a:xfrm>
            <a:off x="4432299" y="4567731"/>
            <a:ext cx="3327402" cy="16268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plannedText</a:t>
            </a:r>
            <a:endParaRPr lang="en-US" sz="1200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246E-DC12-0BD4-FED4-48063754D554}"/>
              </a:ext>
            </a:extLst>
          </p:cNvPr>
          <p:cNvCxnSpPr/>
          <p:nvPr/>
        </p:nvCxnSpPr>
        <p:spPr>
          <a:xfrm>
            <a:off x="5216951" y="3720962"/>
            <a:ext cx="17581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C3B64E3-51D7-3CB3-A949-588FE4394EA7}"/>
              </a:ext>
            </a:extLst>
          </p:cNvPr>
          <p:cNvSpPr/>
          <p:nvPr/>
        </p:nvSpPr>
        <p:spPr>
          <a:xfrm>
            <a:off x="4972322" y="6349861"/>
            <a:ext cx="775125" cy="3114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planned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04B8A-B2C7-BE00-7B13-E64218D67CB8}"/>
              </a:ext>
            </a:extLst>
          </p:cNvPr>
          <p:cNvSpPr/>
          <p:nvPr/>
        </p:nvSpPr>
        <p:spPr>
          <a:xfrm>
            <a:off x="6444557" y="6349861"/>
            <a:ext cx="775125" cy="3114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361798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BCCA-E9A1-00CC-9DEF-BFC870E93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FB28D9-4338-0816-098B-7FDA516A6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424" y="3231458"/>
            <a:ext cx="304923" cy="304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30E644-FFAE-AEAA-26EB-5C0D2C987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92" y="793687"/>
            <a:ext cx="1524615" cy="1524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A90DFA-17FE-B358-A891-C2F774504B32}"/>
              </a:ext>
            </a:extLst>
          </p:cNvPr>
          <p:cNvSpPr/>
          <p:nvPr/>
        </p:nvSpPr>
        <p:spPr>
          <a:xfrm>
            <a:off x="5130801" y="2476438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 O M O D O R 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631501-3D14-B11F-5F10-9EBB0B916776}"/>
              </a:ext>
            </a:extLst>
          </p:cNvPr>
          <p:cNvSpPr/>
          <p:nvPr/>
        </p:nvSpPr>
        <p:spPr>
          <a:xfrm>
            <a:off x="5130801" y="2878013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00:00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9D95A-AB0C-B291-84ED-834398FA6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00" y="3231458"/>
            <a:ext cx="304923" cy="304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AA195D-62A2-047E-0EA0-F0D848C38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12" y="3231458"/>
            <a:ext cx="304923" cy="3049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1AC1BA-532A-BFC6-BA8F-C8977CEF2C37}"/>
              </a:ext>
            </a:extLst>
          </p:cNvPr>
          <p:cNvSpPr/>
          <p:nvPr/>
        </p:nvSpPr>
        <p:spPr>
          <a:xfrm>
            <a:off x="5130802" y="3796945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Tasks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21CAB4-795B-CA69-EA7E-BB1A84B45220}"/>
              </a:ext>
            </a:extLst>
          </p:cNvPr>
          <p:cNvSpPr/>
          <p:nvPr/>
        </p:nvSpPr>
        <p:spPr>
          <a:xfrm>
            <a:off x="4432299" y="4107541"/>
            <a:ext cx="33274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What did you accomplish?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5A0E9C-66C2-C47F-EF6E-2FFC275F2C49}"/>
              </a:ext>
            </a:extLst>
          </p:cNvPr>
          <p:cNvSpPr/>
          <p:nvPr/>
        </p:nvSpPr>
        <p:spPr>
          <a:xfrm>
            <a:off x="4432299" y="4567731"/>
            <a:ext cx="3327402" cy="16268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completedText</a:t>
            </a:r>
            <a:endParaRPr lang="en-US" sz="1200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3598AA-3B9C-07AD-F240-86B464F337FE}"/>
              </a:ext>
            </a:extLst>
          </p:cNvPr>
          <p:cNvCxnSpPr/>
          <p:nvPr/>
        </p:nvCxnSpPr>
        <p:spPr>
          <a:xfrm>
            <a:off x="5216951" y="3720962"/>
            <a:ext cx="17581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FDBF6C6-68B2-C9EE-E230-9F65EE3CE07D}"/>
              </a:ext>
            </a:extLst>
          </p:cNvPr>
          <p:cNvSpPr/>
          <p:nvPr/>
        </p:nvSpPr>
        <p:spPr>
          <a:xfrm>
            <a:off x="4972322" y="6349861"/>
            <a:ext cx="775125" cy="3114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planned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55FAB04-F2BC-5EE1-3C4B-0004612BEC05}"/>
              </a:ext>
            </a:extLst>
          </p:cNvPr>
          <p:cNvSpPr/>
          <p:nvPr/>
        </p:nvSpPr>
        <p:spPr>
          <a:xfrm>
            <a:off x="6444557" y="6349861"/>
            <a:ext cx="775125" cy="3114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230207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6D8B-4541-21E2-70F2-29CCEA03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FE080B7C-0950-FA32-8AE9-A4809E06B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09" y="3231457"/>
            <a:ext cx="304923" cy="304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F6EF7-8E17-5D78-AFDE-20C956987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92" y="793687"/>
            <a:ext cx="1524615" cy="1524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8A00AD-5750-3FE4-50D7-104001725B47}"/>
              </a:ext>
            </a:extLst>
          </p:cNvPr>
          <p:cNvSpPr/>
          <p:nvPr/>
        </p:nvSpPr>
        <p:spPr>
          <a:xfrm>
            <a:off x="5130801" y="2476438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 O M O D O R 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3876F-2902-43D3-CFB2-3091F4DCDA5B}"/>
              </a:ext>
            </a:extLst>
          </p:cNvPr>
          <p:cNvSpPr/>
          <p:nvPr/>
        </p:nvSpPr>
        <p:spPr>
          <a:xfrm>
            <a:off x="4432298" y="4107541"/>
            <a:ext cx="33274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How do you want to work?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6B867F-C5A9-2CC1-2D05-13C5AB0D45C2}"/>
              </a:ext>
            </a:extLst>
          </p:cNvPr>
          <p:cNvSpPr/>
          <p:nvPr/>
        </p:nvSpPr>
        <p:spPr>
          <a:xfrm>
            <a:off x="6095996" y="4567730"/>
            <a:ext cx="1663703" cy="30492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25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838EA2-DB81-C8B8-56CE-2A7F977F4BEF}"/>
              </a:ext>
            </a:extLst>
          </p:cNvPr>
          <p:cNvSpPr/>
          <p:nvPr/>
        </p:nvSpPr>
        <p:spPr>
          <a:xfrm>
            <a:off x="4432298" y="4567731"/>
            <a:ext cx="16637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Work Time (min):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8B43E3-1A7B-ED5A-38E2-6C009A2F509C}"/>
              </a:ext>
            </a:extLst>
          </p:cNvPr>
          <p:cNvSpPr/>
          <p:nvPr/>
        </p:nvSpPr>
        <p:spPr>
          <a:xfrm>
            <a:off x="6095992" y="5008377"/>
            <a:ext cx="1663703" cy="30492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975161-3849-2578-9FAC-E41E02CEA491}"/>
              </a:ext>
            </a:extLst>
          </p:cNvPr>
          <p:cNvSpPr/>
          <p:nvPr/>
        </p:nvSpPr>
        <p:spPr>
          <a:xfrm>
            <a:off x="4432294" y="5008378"/>
            <a:ext cx="16637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Short Break (min):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DE7D7C-3BAE-3F31-0162-D6B3A35B9F86}"/>
              </a:ext>
            </a:extLst>
          </p:cNvPr>
          <p:cNvSpPr/>
          <p:nvPr/>
        </p:nvSpPr>
        <p:spPr>
          <a:xfrm>
            <a:off x="6095992" y="5449024"/>
            <a:ext cx="1663703" cy="30492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15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A28614-791A-E0EE-9387-A5EDE17FFAFA}"/>
              </a:ext>
            </a:extLst>
          </p:cNvPr>
          <p:cNvSpPr/>
          <p:nvPr/>
        </p:nvSpPr>
        <p:spPr>
          <a:xfrm>
            <a:off x="4432294" y="5449025"/>
            <a:ext cx="16637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Long Break (min):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D401D0-722A-3C7C-077C-CF00832FC3B7}"/>
              </a:ext>
            </a:extLst>
          </p:cNvPr>
          <p:cNvSpPr/>
          <p:nvPr/>
        </p:nvSpPr>
        <p:spPr>
          <a:xfrm>
            <a:off x="6095992" y="5889671"/>
            <a:ext cx="1663703" cy="30492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91A50D-4953-7B5D-C14E-A433FEE171E2}"/>
              </a:ext>
            </a:extLst>
          </p:cNvPr>
          <p:cNvSpPr/>
          <p:nvPr/>
        </p:nvSpPr>
        <p:spPr>
          <a:xfrm>
            <a:off x="4432294" y="5889672"/>
            <a:ext cx="16637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Cycles per Long Break: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996DF0-8545-C2ED-EC73-5AE41302EE1D}"/>
              </a:ext>
            </a:extLst>
          </p:cNvPr>
          <p:cNvSpPr/>
          <p:nvPr/>
        </p:nvSpPr>
        <p:spPr>
          <a:xfrm>
            <a:off x="5130801" y="2878013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00:00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A51FA9-BA3E-AA86-8CFC-1207A4B1953C}"/>
              </a:ext>
            </a:extLst>
          </p:cNvPr>
          <p:cNvSpPr/>
          <p:nvPr/>
        </p:nvSpPr>
        <p:spPr>
          <a:xfrm>
            <a:off x="5130802" y="3796945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Settings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E08B67F-771C-753D-CC33-158D06E3A2FF}"/>
              </a:ext>
            </a:extLst>
          </p:cNvPr>
          <p:cNvCxnSpPr/>
          <p:nvPr/>
        </p:nvCxnSpPr>
        <p:spPr>
          <a:xfrm>
            <a:off x="5216951" y="3720962"/>
            <a:ext cx="17581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4F366ADF-E94F-CEC7-7C29-77408B01CC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422" y="3231458"/>
            <a:ext cx="304923" cy="30492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660223B-04EB-E0D7-8B44-F3CAFDDCB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00" y="3231458"/>
            <a:ext cx="304923" cy="304923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FF6767F-F213-01A9-CACB-A33EEEB56394}"/>
              </a:ext>
            </a:extLst>
          </p:cNvPr>
          <p:cNvSpPr/>
          <p:nvPr/>
        </p:nvSpPr>
        <p:spPr>
          <a:xfrm>
            <a:off x="4972322" y="6349861"/>
            <a:ext cx="775125" cy="3114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update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6320FCD-0109-C2DA-5201-1095A2BD08D9}"/>
              </a:ext>
            </a:extLst>
          </p:cNvPr>
          <p:cNvSpPr/>
          <p:nvPr/>
        </p:nvSpPr>
        <p:spPr>
          <a:xfrm>
            <a:off x="6444557" y="6349861"/>
            <a:ext cx="775125" cy="3114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reset</a:t>
            </a:r>
          </a:p>
        </p:txBody>
      </p:sp>
    </p:spTree>
    <p:extLst>
      <p:ext uri="{BB962C8B-B14F-4D97-AF65-F5344CB8AC3E}">
        <p14:creationId xmlns:p14="http://schemas.microsoft.com/office/powerpoint/2010/main" val="1061824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9D814-0EB4-CADA-8DF6-A5FE105C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BD9159D-948C-0C70-DE51-3B43655D0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00" y="3231457"/>
            <a:ext cx="304923" cy="304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36135-571C-E877-E5A4-4879EED0F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92" y="793687"/>
            <a:ext cx="1524615" cy="1524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2FDCB5-508F-55B6-EB26-BEDF1F560965}"/>
              </a:ext>
            </a:extLst>
          </p:cNvPr>
          <p:cNvSpPr/>
          <p:nvPr/>
        </p:nvSpPr>
        <p:spPr>
          <a:xfrm>
            <a:off x="5130801" y="2476438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 O M O D O R 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9BA350-B703-5ED5-BE20-53046E88A471}"/>
              </a:ext>
            </a:extLst>
          </p:cNvPr>
          <p:cNvSpPr/>
          <p:nvPr/>
        </p:nvSpPr>
        <p:spPr>
          <a:xfrm>
            <a:off x="4432298" y="4107540"/>
            <a:ext cx="33274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What is the Pomodoro technique?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1780BE-B36D-6479-FD16-36548279D5A4}"/>
              </a:ext>
            </a:extLst>
          </p:cNvPr>
          <p:cNvSpPr/>
          <p:nvPr/>
        </p:nvSpPr>
        <p:spPr>
          <a:xfrm>
            <a:off x="4432298" y="4567730"/>
            <a:ext cx="3327402" cy="1626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Pomodoro is a time management method developed by Francesco Cirillo in the late 1980s. This technique uses a timer to break down work into intervals of productivity and short breaks, with an occasional longer break. It is designed to maximize mental sharpness, combat procrastination, and prevent burnout.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25245FD-BC48-D341-EF15-F19C4C322E59}"/>
              </a:ext>
            </a:extLst>
          </p:cNvPr>
          <p:cNvSpPr/>
          <p:nvPr/>
        </p:nvSpPr>
        <p:spPr>
          <a:xfrm>
            <a:off x="4972321" y="6349860"/>
            <a:ext cx="775125" cy="3114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about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4A6CB52-03CE-1109-8FE9-EC52E2650E39}"/>
              </a:ext>
            </a:extLst>
          </p:cNvPr>
          <p:cNvSpPr/>
          <p:nvPr/>
        </p:nvSpPr>
        <p:spPr>
          <a:xfrm>
            <a:off x="6444556" y="6349860"/>
            <a:ext cx="775125" cy="3114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7CEC03-E78C-615D-A5FE-57889B23ECDA}"/>
              </a:ext>
            </a:extLst>
          </p:cNvPr>
          <p:cNvSpPr/>
          <p:nvPr/>
        </p:nvSpPr>
        <p:spPr>
          <a:xfrm>
            <a:off x="5130801" y="2878013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00:00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970CF-D823-9529-0AB2-620DE2DD68EF}"/>
              </a:ext>
            </a:extLst>
          </p:cNvPr>
          <p:cNvSpPr/>
          <p:nvPr/>
        </p:nvSpPr>
        <p:spPr>
          <a:xfrm>
            <a:off x="5130802" y="3796945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Learning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A53029-E20E-4C4C-57DE-F803D11C937A}"/>
              </a:ext>
            </a:extLst>
          </p:cNvPr>
          <p:cNvCxnSpPr/>
          <p:nvPr/>
        </p:nvCxnSpPr>
        <p:spPr>
          <a:xfrm>
            <a:off x="5216951" y="3720962"/>
            <a:ext cx="17581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9CA69811-82D1-7581-43BD-2C3FA9EFA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422" y="3231458"/>
            <a:ext cx="304923" cy="3049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6216B2-12F3-6B38-CA5C-E737DEF39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12" y="3231458"/>
            <a:ext cx="304923" cy="30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2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CEF1-F0FF-DA2E-C0E2-E75B7D82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D77767C-4C1C-2AE4-BE9D-807932AB5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92" y="793687"/>
            <a:ext cx="1524615" cy="1524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532C02-329F-0AAD-6145-01536DB19E2B}"/>
              </a:ext>
            </a:extLst>
          </p:cNvPr>
          <p:cNvSpPr/>
          <p:nvPr/>
        </p:nvSpPr>
        <p:spPr>
          <a:xfrm>
            <a:off x="5130801" y="2476438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 O M O D O R 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1E30F5-EFA6-095F-9D37-86E5035A14C8}"/>
              </a:ext>
            </a:extLst>
          </p:cNvPr>
          <p:cNvSpPr/>
          <p:nvPr/>
        </p:nvSpPr>
        <p:spPr>
          <a:xfrm>
            <a:off x="4432298" y="4107540"/>
            <a:ext cx="3327402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How can I use the Pomodoro technique?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29762E-701E-81C9-B3C3-4BF711E8C480}"/>
              </a:ext>
            </a:extLst>
          </p:cNvPr>
          <p:cNvSpPr/>
          <p:nvPr/>
        </p:nvSpPr>
        <p:spPr>
          <a:xfrm>
            <a:off x="4432298" y="4567730"/>
            <a:ext cx="3327402" cy="1626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Avoid multitasking: </a:t>
            </a:r>
            <a:r>
              <a:rPr lang="en-US" sz="1200" dirty="0">
                <a:solidFill>
                  <a:schemeClr val="tx1"/>
                </a:solidFill>
              </a:rPr>
              <a:t>During a 25-minute block, give your full attention to the chosen task</a:t>
            </a:r>
            <a:br>
              <a:rPr lang="en-US" sz="1200" dirty="0">
                <a:solidFill>
                  <a:schemeClr val="tx1"/>
                </a:solidFill>
              </a:rPr>
            </a:br>
            <a:br>
              <a:rPr lang="en-US" sz="500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Handle interruptions:</a:t>
            </a:r>
            <a:r>
              <a:rPr lang="en-US" sz="1200" dirty="0">
                <a:solidFill>
                  <a:schemeClr val="tx1"/>
                </a:solidFill>
              </a:rPr>
              <a:t> If a distraction arises, jot it down for later or reset the Pomodoro to start fresh.</a:t>
            </a:r>
          </a:p>
          <a:p>
            <a:br>
              <a:rPr lang="en-US" sz="5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Adapt as needed:</a:t>
            </a:r>
            <a:r>
              <a:rPr lang="en-US" sz="1200" dirty="0">
                <a:solidFill>
                  <a:schemeClr val="tx1"/>
                </a:solidFill>
              </a:rPr>
              <a:t> Adjust the intervals to better match your workflow and attention span.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6193757-A8BC-8F46-68B7-1C35610E2774}"/>
              </a:ext>
            </a:extLst>
          </p:cNvPr>
          <p:cNvSpPr/>
          <p:nvPr/>
        </p:nvSpPr>
        <p:spPr>
          <a:xfrm>
            <a:off x="4972321" y="6349860"/>
            <a:ext cx="775125" cy="3114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about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4BEC576-078B-E7FD-CD02-F50666CDE7C4}"/>
              </a:ext>
            </a:extLst>
          </p:cNvPr>
          <p:cNvSpPr/>
          <p:nvPr/>
        </p:nvSpPr>
        <p:spPr>
          <a:xfrm>
            <a:off x="6444556" y="6349860"/>
            <a:ext cx="775125" cy="3114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tips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8348F5-53B1-2BE8-D3CE-2705AA33CFCC}"/>
              </a:ext>
            </a:extLst>
          </p:cNvPr>
          <p:cNvSpPr/>
          <p:nvPr/>
        </p:nvSpPr>
        <p:spPr>
          <a:xfrm>
            <a:off x="5130801" y="2878013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00:00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F5A19-B6D0-A19E-5527-C8B8087665B6}"/>
              </a:ext>
            </a:extLst>
          </p:cNvPr>
          <p:cNvSpPr/>
          <p:nvPr/>
        </p:nvSpPr>
        <p:spPr>
          <a:xfrm>
            <a:off x="5130802" y="3796945"/>
            <a:ext cx="1930396" cy="304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Learning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2D8B94-49A7-A18E-B093-F608EAF7F44D}"/>
              </a:ext>
            </a:extLst>
          </p:cNvPr>
          <p:cNvCxnSpPr/>
          <p:nvPr/>
        </p:nvCxnSpPr>
        <p:spPr>
          <a:xfrm>
            <a:off x="5216951" y="3720962"/>
            <a:ext cx="17581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FE7D73-5387-E8D3-AB23-D86F52E0C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422" y="3231458"/>
            <a:ext cx="304923" cy="3049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63B7D5-296C-3593-01AC-3D807F80D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12" y="3231458"/>
            <a:ext cx="304923" cy="3049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0E8482-9FC6-AB83-4669-8C42A96E92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00" y="3231457"/>
            <a:ext cx="304923" cy="30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52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eb5c676-f58b-4324-b0fc-9f913c750a9e}" enabled="0" method="" siteId="{ceb5c676-f58b-4324-b0fc-9f913c750a9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267</Words>
  <Application>Microsoft Office PowerPoint</Application>
  <PresentationFormat>Widescreen</PresentationFormat>
  <Paragraphs>56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MS Gothic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Werner</dc:creator>
  <cp:lastModifiedBy>Andrew Werner</cp:lastModifiedBy>
  <cp:revision>1</cp:revision>
  <dcterms:created xsi:type="dcterms:W3CDTF">2026-07-06T16:55:34Z</dcterms:created>
  <dcterms:modified xsi:type="dcterms:W3CDTF">2026-07-06T19:47:36Z</dcterms:modified>
</cp:coreProperties>
</file>